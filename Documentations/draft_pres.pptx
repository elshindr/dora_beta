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1"/>
  </p:notesMasterIdLst>
  <p:handoutMasterIdLst>
    <p:handoutMasterId r:id="rId12"/>
  </p:handoutMasterIdLst>
  <p:sldIdLst>
    <p:sldId id="312" r:id="rId5"/>
    <p:sldId id="326" r:id="rId6"/>
    <p:sldId id="323" r:id="rId7"/>
    <p:sldId id="324" r:id="rId8"/>
    <p:sldId id="325" r:id="rId9"/>
    <p:sldId id="297" r:id="rId10"/>
  </p:sldIdLst>
  <p:sldSz cx="12192000" cy="6858000"/>
  <p:notesSz cx="13716000" cy="24384000"/>
  <p:defaultTextStyle>
    <a:defPPr rtl="0">
      <a:defRPr lang="fr-FR"/>
    </a:defPPr>
    <a:lvl1pPr marL="0" algn="l" defTabSz="4572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890C42C-AB26-4016-98FB-C6429361400D}" v="25" dt="2026-07-17T18:34:45.226"/>
  </p1510:revLst>
</p1510:revInfo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5388" autoAdjust="0"/>
  </p:normalViewPr>
  <p:slideViewPr>
    <p:cSldViewPr snapToGrid="0" snapToObjects="1">
      <p:cViewPr varScale="1">
        <p:scale>
          <a:sx n="120" d="100"/>
          <a:sy n="120" d="100"/>
        </p:scale>
        <p:origin x="120" y="120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31" d="100"/>
          <a:sy n="31" d="100"/>
        </p:scale>
        <p:origin x="4392" y="15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ke Lo Seen" userId="e7171e94f9b422ea" providerId="LiveId" clId="{9D219E8B-C397-41B9-9C4F-F22B946DD980}"/>
    <pc:docChg chg="undo custSel addSld delSld modSld">
      <pc:chgData name="Luke Lo Seen" userId="e7171e94f9b422ea" providerId="LiveId" clId="{9D219E8B-C397-41B9-9C4F-F22B946DD980}" dt="2026-07-17T18:45:57.611" v="1222" actId="1076"/>
      <pc:docMkLst>
        <pc:docMk/>
      </pc:docMkLst>
      <pc:sldChg chg="del">
        <pc:chgData name="Luke Lo Seen" userId="e7171e94f9b422ea" providerId="LiveId" clId="{9D219E8B-C397-41B9-9C4F-F22B946DD980}" dt="2026-07-17T18:07:32.328" v="773" actId="47"/>
        <pc:sldMkLst>
          <pc:docMk/>
          <pc:sldMk cId="2952923800" sldId="281"/>
        </pc:sldMkLst>
      </pc:sldChg>
      <pc:sldChg chg="del">
        <pc:chgData name="Luke Lo Seen" userId="e7171e94f9b422ea" providerId="LiveId" clId="{9D219E8B-C397-41B9-9C4F-F22B946DD980}" dt="2026-07-17T18:07:32.518" v="774" actId="47"/>
        <pc:sldMkLst>
          <pc:docMk/>
          <pc:sldMk cId="685681062" sldId="282"/>
        </pc:sldMkLst>
      </pc:sldChg>
      <pc:sldChg chg="addSp delSp modSp mod">
        <pc:chgData name="Luke Lo Seen" userId="e7171e94f9b422ea" providerId="LiveId" clId="{9D219E8B-C397-41B9-9C4F-F22B946DD980}" dt="2026-07-17T18:41:28.661" v="1122" actId="1076"/>
        <pc:sldMkLst>
          <pc:docMk/>
          <pc:sldMk cId="1973173046" sldId="297"/>
        </pc:sldMkLst>
        <pc:spChg chg="mod">
          <ac:chgData name="Luke Lo Seen" userId="e7171e94f9b422ea" providerId="LiveId" clId="{9D219E8B-C397-41B9-9C4F-F22B946DD980}" dt="2026-07-17T18:41:28.661" v="1122" actId="1076"/>
          <ac:spMkLst>
            <pc:docMk/>
            <pc:sldMk cId="1973173046" sldId="297"/>
            <ac:spMk id="2" creationId="{509D22C5-0C9E-B582-A8FE-B45E70A01E7F}"/>
          </ac:spMkLst>
        </pc:spChg>
        <pc:spChg chg="del">
          <ac:chgData name="Luke Lo Seen" userId="e7171e94f9b422ea" providerId="LiveId" clId="{9D219E8B-C397-41B9-9C4F-F22B946DD980}" dt="2026-07-17T18:40:40.727" v="1102" actId="21"/>
          <ac:spMkLst>
            <pc:docMk/>
            <pc:sldMk cId="1973173046" sldId="297"/>
            <ac:spMk id="3" creationId="{D8B5CEF2-E667-BBB5-2EA6-C06F93B6DE12}"/>
          </ac:spMkLst>
        </pc:spChg>
        <pc:spChg chg="add del mod">
          <ac:chgData name="Luke Lo Seen" userId="e7171e94f9b422ea" providerId="LiveId" clId="{9D219E8B-C397-41B9-9C4F-F22B946DD980}" dt="2026-07-17T18:40:44.606" v="1103" actId="478"/>
          <ac:spMkLst>
            <pc:docMk/>
            <pc:sldMk cId="1973173046" sldId="297"/>
            <ac:spMk id="5" creationId="{7573E4FE-7CB4-0154-BEC3-B60E11C8F516}"/>
          </ac:spMkLst>
        </pc:spChg>
      </pc:sldChg>
      <pc:sldChg chg="modSp del mod">
        <pc:chgData name="Luke Lo Seen" userId="e7171e94f9b422ea" providerId="LiveId" clId="{9D219E8B-C397-41B9-9C4F-F22B946DD980}" dt="2026-07-17T18:42:59.166" v="1201" actId="2696"/>
        <pc:sldMkLst>
          <pc:docMk/>
          <pc:sldMk cId="3913219759" sldId="304"/>
        </pc:sldMkLst>
        <pc:spChg chg="mod">
          <ac:chgData name="Luke Lo Seen" userId="e7171e94f9b422ea" providerId="LiveId" clId="{9D219E8B-C397-41B9-9C4F-F22B946DD980}" dt="2026-07-17T18:41:37.508" v="1123" actId="1076"/>
          <ac:spMkLst>
            <pc:docMk/>
            <pc:sldMk cId="3913219759" sldId="304"/>
            <ac:spMk id="2" creationId="{13021072-4A77-DB4D-DF41-58EADB7DA94E}"/>
          </ac:spMkLst>
        </pc:spChg>
      </pc:sldChg>
      <pc:sldChg chg="del">
        <pc:chgData name="Luke Lo Seen" userId="e7171e94f9b422ea" providerId="LiveId" clId="{9D219E8B-C397-41B9-9C4F-F22B946DD980}" dt="2026-07-17T18:07:32.171" v="772" actId="47"/>
        <pc:sldMkLst>
          <pc:docMk/>
          <pc:sldMk cId="2906491918" sldId="307"/>
        </pc:sldMkLst>
      </pc:sldChg>
      <pc:sldChg chg="modSp mod">
        <pc:chgData name="Luke Lo Seen" userId="e7171e94f9b422ea" providerId="LiveId" clId="{9D219E8B-C397-41B9-9C4F-F22B946DD980}" dt="2026-07-17T18:37:23.808" v="1047" actId="20577"/>
        <pc:sldMkLst>
          <pc:docMk/>
          <pc:sldMk cId="2202437675" sldId="312"/>
        </pc:sldMkLst>
        <pc:spChg chg="mod">
          <ac:chgData name="Luke Lo Seen" userId="e7171e94f9b422ea" providerId="LiveId" clId="{9D219E8B-C397-41B9-9C4F-F22B946DD980}" dt="2026-07-17T18:37:23.808" v="1047" actId="20577"/>
          <ac:spMkLst>
            <pc:docMk/>
            <pc:sldMk cId="2202437675" sldId="312"/>
            <ac:spMk id="2" creationId="{4207FF65-A536-F639-8591-ED024C223308}"/>
          </ac:spMkLst>
        </pc:spChg>
      </pc:sldChg>
      <pc:sldChg chg="del">
        <pc:chgData name="Luke Lo Seen" userId="e7171e94f9b422ea" providerId="LiveId" clId="{9D219E8B-C397-41B9-9C4F-F22B946DD980}" dt="2026-07-17T18:07:32.716" v="775" actId="47"/>
        <pc:sldMkLst>
          <pc:docMk/>
          <pc:sldMk cId="1131718056" sldId="314"/>
        </pc:sldMkLst>
      </pc:sldChg>
      <pc:sldChg chg="del">
        <pc:chgData name="Luke Lo Seen" userId="e7171e94f9b422ea" providerId="LiveId" clId="{9D219E8B-C397-41B9-9C4F-F22B946DD980}" dt="2026-07-17T18:07:32.969" v="776" actId="47"/>
        <pc:sldMkLst>
          <pc:docMk/>
          <pc:sldMk cId="2468595790" sldId="315"/>
        </pc:sldMkLst>
      </pc:sldChg>
      <pc:sldChg chg="del">
        <pc:chgData name="Luke Lo Seen" userId="e7171e94f9b422ea" providerId="LiveId" clId="{9D219E8B-C397-41B9-9C4F-F22B946DD980}" dt="2026-07-17T18:07:33.164" v="777" actId="47"/>
        <pc:sldMkLst>
          <pc:docMk/>
          <pc:sldMk cId="1941619646" sldId="317"/>
        </pc:sldMkLst>
      </pc:sldChg>
      <pc:sldChg chg="del">
        <pc:chgData name="Luke Lo Seen" userId="e7171e94f9b422ea" providerId="LiveId" clId="{9D219E8B-C397-41B9-9C4F-F22B946DD980}" dt="2026-07-17T18:07:33.322" v="778" actId="47"/>
        <pc:sldMkLst>
          <pc:docMk/>
          <pc:sldMk cId="4072101725" sldId="318"/>
        </pc:sldMkLst>
      </pc:sldChg>
      <pc:sldChg chg="del">
        <pc:chgData name="Luke Lo Seen" userId="e7171e94f9b422ea" providerId="LiveId" clId="{9D219E8B-C397-41B9-9C4F-F22B946DD980}" dt="2026-07-17T18:07:33.479" v="779" actId="47"/>
        <pc:sldMkLst>
          <pc:docMk/>
          <pc:sldMk cId="3969996159" sldId="319"/>
        </pc:sldMkLst>
      </pc:sldChg>
      <pc:sldChg chg="del">
        <pc:chgData name="Luke Lo Seen" userId="e7171e94f9b422ea" providerId="LiveId" clId="{9D219E8B-C397-41B9-9C4F-F22B946DD980}" dt="2026-07-17T18:07:33.624" v="780" actId="47"/>
        <pc:sldMkLst>
          <pc:docMk/>
          <pc:sldMk cId="2498021601" sldId="321"/>
        </pc:sldMkLst>
      </pc:sldChg>
      <pc:sldChg chg="del">
        <pc:chgData name="Luke Lo Seen" userId="e7171e94f9b422ea" providerId="LiveId" clId="{9D219E8B-C397-41B9-9C4F-F22B946DD980}" dt="2026-07-17T18:07:33.766" v="781" actId="47"/>
        <pc:sldMkLst>
          <pc:docMk/>
          <pc:sldMk cId="1686213229" sldId="322"/>
        </pc:sldMkLst>
      </pc:sldChg>
      <pc:sldChg chg="addSp delSp modSp mod">
        <pc:chgData name="Luke Lo Seen" userId="e7171e94f9b422ea" providerId="LiveId" clId="{9D219E8B-C397-41B9-9C4F-F22B946DD980}" dt="2026-07-17T18:45:57.611" v="1222" actId="1076"/>
        <pc:sldMkLst>
          <pc:docMk/>
          <pc:sldMk cId="320393342" sldId="323"/>
        </pc:sldMkLst>
        <pc:spChg chg="mod">
          <ac:chgData name="Luke Lo Seen" userId="e7171e94f9b422ea" providerId="LiveId" clId="{9D219E8B-C397-41B9-9C4F-F22B946DD980}" dt="2026-07-14T16:18:58.865" v="253" actId="1076"/>
          <ac:spMkLst>
            <pc:docMk/>
            <pc:sldMk cId="320393342" sldId="323"/>
            <ac:spMk id="6" creationId="{AE7DDD93-D5B2-920D-126C-F217100C0437}"/>
          </ac:spMkLst>
        </pc:spChg>
        <pc:spChg chg="mod">
          <ac:chgData name="Luke Lo Seen" userId="e7171e94f9b422ea" providerId="LiveId" clId="{9D219E8B-C397-41B9-9C4F-F22B946DD980}" dt="2026-07-14T16:18:37.897" v="251" actId="1076"/>
          <ac:spMkLst>
            <pc:docMk/>
            <pc:sldMk cId="320393342" sldId="323"/>
            <ac:spMk id="9" creationId="{24AF46EA-DB09-5BB5-AFF8-E4C7466DF3D8}"/>
          </ac:spMkLst>
        </pc:spChg>
        <pc:spChg chg="mod">
          <ac:chgData name="Luke Lo Seen" userId="e7171e94f9b422ea" providerId="LiveId" clId="{9D219E8B-C397-41B9-9C4F-F22B946DD980}" dt="2026-07-14T16:05:57.224" v="100" actId="164"/>
          <ac:spMkLst>
            <pc:docMk/>
            <pc:sldMk cId="320393342" sldId="323"/>
            <ac:spMk id="12" creationId="{3962D537-A37D-53EA-50B6-5047D4037F5C}"/>
          </ac:spMkLst>
        </pc:spChg>
        <pc:spChg chg="mod">
          <ac:chgData name="Luke Lo Seen" userId="e7171e94f9b422ea" providerId="LiveId" clId="{9D219E8B-C397-41B9-9C4F-F22B946DD980}" dt="2026-07-14T16:05:57.224" v="100" actId="164"/>
          <ac:spMkLst>
            <pc:docMk/>
            <pc:sldMk cId="320393342" sldId="323"/>
            <ac:spMk id="13" creationId="{4BA2EB6E-4689-07EA-36E9-D68E0081D4DC}"/>
          </ac:spMkLst>
        </pc:spChg>
        <pc:spChg chg="mod">
          <ac:chgData name="Luke Lo Seen" userId="e7171e94f9b422ea" providerId="LiveId" clId="{9D219E8B-C397-41B9-9C4F-F22B946DD980}" dt="2026-07-14T16:05:57.224" v="100" actId="164"/>
          <ac:spMkLst>
            <pc:docMk/>
            <pc:sldMk cId="320393342" sldId="323"/>
            <ac:spMk id="17" creationId="{7118071B-FC1D-5880-BA5A-59409C0FF69F}"/>
          </ac:spMkLst>
        </pc:spChg>
        <pc:spChg chg="mod">
          <ac:chgData name="Luke Lo Seen" userId="e7171e94f9b422ea" providerId="LiveId" clId="{9D219E8B-C397-41B9-9C4F-F22B946DD980}" dt="2026-07-14T16:05:57.224" v="100" actId="164"/>
          <ac:spMkLst>
            <pc:docMk/>
            <pc:sldMk cId="320393342" sldId="323"/>
            <ac:spMk id="19" creationId="{D5949AEE-95DE-3786-2729-56C8FF42DA28}"/>
          </ac:spMkLst>
        </pc:spChg>
        <pc:spChg chg="add mod">
          <ac:chgData name="Luke Lo Seen" userId="e7171e94f9b422ea" providerId="LiveId" clId="{9D219E8B-C397-41B9-9C4F-F22B946DD980}" dt="2026-07-17T18:45:54.446" v="1221" actId="1076"/>
          <ac:spMkLst>
            <pc:docMk/>
            <pc:sldMk cId="320393342" sldId="323"/>
            <ac:spMk id="30" creationId="{7C417ED5-370A-3C88-3E4E-C93FFCF8CB7A}"/>
          </ac:spMkLst>
        </pc:spChg>
        <pc:spChg chg="add mod">
          <ac:chgData name="Luke Lo Seen" userId="e7171e94f9b422ea" providerId="LiveId" clId="{9D219E8B-C397-41B9-9C4F-F22B946DD980}" dt="2026-07-14T16:06:16.068" v="103" actId="164"/>
          <ac:spMkLst>
            <pc:docMk/>
            <pc:sldMk cId="320393342" sldId="323"/>
            <ac:spMk id="31" creationId="{482E8186-CC03-52F8-4588-CC5B13B7762B}"/>
          </ac:spMkLst>
        </pc:spChg>
        <pc:spChg chg="add mod ord">
          <ac:chgData name="Luke Lo Seen" userId="e7171e94f9b422ea" providerId="LiveId" clId="{9D219E8B-C397-41B9-9C4F-F22B946DD980}" dt="2026-07-14T16:12:36.775" v="166" actId="164"/>
          <ac:spMkLst>
            <pc:docMk/>
            <pc:sldMk cId="320393342" sldId="323"/>
            <ac:spMk id="45" creationId="{E6FF437D-8FF7-32F1-D04E-5EA024BE94B7}"/>
          </ac:spMkLst>
        </pc:spChg>
        <pc:spChg chg="add mod">
          <ac:chgData name="Luke Lo Seen" userId="e7171e94f9b422ea" providerId="LiveId" clId="{9D219E8B-C397-41B9-9C4F-F22B946DD980}" dt="2026-07-14T16:18:00.546" v="246" actId="1076"/>
          <ac:spMkLst>
            <pc:docMk/>
            <pc:sldMk cId="320393342" sldId="323"/>
            <ac:spMk id="49" creationId="{A85630D3-60AC-27E3-0B13-BEDE10BDD929}"/>
          </ac:spMkLst>
        </pc:spChg>
        <pc:spChg chg="add mod">
          <ac:chgData name="Luke Lo Seen" userId="e7171e94f9b422ea" providerId="LiveId" clId="{9D219E8B-C397-41B9-9C4F-F22B946DD980}" dt="2026-07-14T16:45:52.635" v="646" actId="1076"/>
          <ac:spMkLst>
            <pc:docMk/>
            <pc:sldMk cId="320393342" sldId="323"/>
            <ac:spMk id="50" creationId="{560281E4-9709-7B84-C824-7B2A72E8CE53}"/>
          </ac:spMkLst>
        </pc:spChg>
        <pc:spChg chg="add mod">
          <ac:chgData name="Luke Lo Seen" userId="e7171e94f9b422ea" providerId="LiveId" clId="{9D219E8B-C397-41B9-9C4F-F22B946DD980}" dt="2026-07-14T16:24:40.398" v="304" actId="1076"/>
          <ac:spMkLst>
            <pc:docMk/>
            <pc:sldMk cId="320393342" sldId="323"/>
            <ac:spMk id="51" creationId="{D0DEA64E-28B1-98BD-5C89-9BDFC437A402}"/>
          </ac:spMkLst>
        </pc:spChg>
        <pc:grpChg chg="add mod">
          <ac:chgData name="Luke Lo Seen" userId="e7171e94f9b422ea" providerId="LiveId" clId="{9D219E8B-C397-41B9-9C4F-F22B946DD980}" dt="2026-07-14T16:06:16.068" v="103" actId="164"/>
          <ac:grpSpMkLst>
            <pc:docMk/>
            <pc:sldMk cId="320393342" sldId="323"/>
            <ac:grpSpMk id="32" creationId="{4EE9C74C-FEC8-8FB9-83A5-E3EBC220631F}"/>
          </ac:grpSpMkLst>
        </pc:grpChg>
        <pc:grpChg chg="add mod">
          <ac:chgData name="Luke Lo Seen" userId="e7171e94f9b422ea" providerId="LiveId" clId="{9D219E8B-C397-41B9-9C4F-F22B946DD980}" dt="2026-07-14T16:15:08.753" v="188" actId="164"/>
          <ac:grpSpMkLst>
            <pc:docMk/>
            <pc:sldMk cId="320393342" sldId="323"/>
            <ac:grpSpMk id="33" creationId="{A56B9A97-D84B-9FDF-2F01-3FBD203406D0}"/>
          </ac:grpSpMkLst>
        </pc:grpChg>
        <pc:grpChg chg="add mod">
          <ac:chgData name="Luke Lo Seen" userId="e7171e94f9b422ea" providerId="LiveId" clId="{9D219E8B-C397-41B9-9C4F-F22B946DD980}" dt="2026-07-14T16:24:08.184" v="301" actId="1076"/>
          <ac:grpSpMkLst>
            <pc:docMk/>
            <pc:sldMk cId="320393342" sldId="323"/>
            <ac:grpSpMk id="38" creationId="{8CA1DA33-BF58-F01D-4B6A-7B2EB54D6857}"/>
          </ac:grpSpMkLst>
        </pc:grpChg>
        <pc:grpChg chg="add mod">
          <ac:chgData name="Luke Lo Seen" userId="e7171e94f9b422ea" providerId="LiveId" clId="{9D219E8B-C397-41B9-9C4F-F22B946DD980}" dt="2026-07-14T16:18:18.318" v="248" actId="1076"/>
          <ac:grpSpMkLst>
            <pc:docMk/>
            <pc:sldMk cId="320393342" sldId="323"/>
            <ac:grpSpMk id="46" creationId="{A244308E-8545-82C3-9DAD-E19F23802FE4}"/>
          </ac:grpSpMkLst>
        </pc:grpChg>
        <pc:grpChg chg="add mod">
          <ac:chgData name="Luke Lo Seen" userId="e7171e94f9b422ea" providerId="LiveId" clId="{9D219E8B-C397-41B9-9C4F-F22B946DD980}" dt="2026-07-14T16:21:57.390" v="280" actId="14100"/>
          <ac:grpSpMkLst>
            <pc:docMk/>
            <pc:sldMk cId="320393342" sldId="323"/>
            <ac:grpSpMk id="47" creationId="{54AE0625-901F-E1D5-AB79-F42BF43A1E96}"/>
          </ac:grpSpMkLst>
        </pc:grpChg>
        <pc:picChg chg="mod">
          <ac:chgData name="Luke Lo Seen" userId="e7171e94f9b422ea" providerId="LiveId" clId="{9D219E8B-C397-41B9-9C4F-F22B946DD980}" dt="2026-07-14T16:12:36.775" v="166" actId="164"/>
          <ac:picMkLst>
            <pc:docMk/>
            <pc:sldMk cId="320393342" sldId="323"/>
            <ac:picMk id="4" creationId="{790E906D-5A23-E391-2122-70115BF84062}"/>
          </ac:picMkLst>
        </pc:picChg>
        <pc:picChg chg="mod ord">
          <ac:chgData name="Luke Lo Seen" userId="e7171e94f9b422ea" providerId="LiveId" clId="{9D219E8B-C397-41B9-9C4F-F22B946DD980}" dt="2026-07-14T16:10:22.961" v="138" actId="164"/>
          <ac:picMkLst>
            <pc:docMk/>
            <pc:sldMk cId="320393342" sldId="323"/>
            <ac:picMk id="8" creationId="{D8AE8A2B-21EA-E3A8-BEBC-87234F0AEC48}"/>
          </ac:picMkLst>
        </pc:picChg>
        <pc:picChg chg="mod ord">
          <ac:chgData name="Luke Lo Seen" userId="e7171e94f9b422ea" providerId="LiveId" clId="{9D219E8B-C397-41B9-9C4F-F22B946DD980}" dt="2026-07-14T16:15:08.753" v="188" actId="164"/>
          <ac:picMkLst>
            <pc:docMk/>
            <pc:sldMk cId="320393342" sldId="323"/>
            <ac:picMk id="11" creationId="{48D1DE22-7EC0-D599-E7E2-C0DEAAFF9783}"/>
          </ac:picMkLst>
        </pc:picChg>
        <pc:picChg chg="mod">
          <ac:chgData name="Luke Lo Seen" userId="e7171e94f9b422ea" providerId="LiveId" clId="{9D219E8B-C397-41B9-9C4F-F22B946DD980}" dt="2026-07-14T16:05:57.224" v="100" actId="164"/>
          <ac:picMkLst>
            <pc:docMk/>
            <pc:sldMk cId="320393342" sldId="323"/>
            <ac:picMk id="15" creationId="{8FAD7D49-9985-4350-185E-4CF2C7CFE732}"/>
          </ac:picMkLst>
        </pc:picChg>
        <pc:picChg chg="mod">
          <ac:chgData name="Luke Lo Seen" userId="e7171e94f9b422ea" providerId="LiveId" clId="{9D219E8B-C397-41B9-9C4F-F22B946DD980}" dt="2026-07-14T16:05:57.224" v="100" actId="164"/>
          <ac:picMkLst>
            <pc:docMk/>
            <pc:sldMk cId="320393342" sldId="323"/>
            <ac:picMk id="25" creationId="{3BCBCBC2-432E-20D8-2520-ECCFB2478B72}"/>
          </ac:picMkLst>
        </pc:picChg>
        <pc:picChg chg="mod">
          <ac:chgData name="Luke Lo Seen" userId="e7171e94f9b422ea" providerId="LiveId" clId="{9D219E8B-C397-41B9-9C4F-F22B946DD980}" dt="2026-07-14T16:05:57.224" v="100" actId="164"/>
          <ac:picMkLst>
            <pc:docMk/>
            <pc:sldMk cId="320393342" sldId="323"/>
            <ac:picMk id="27" creationId="{9635D3DE-070C-E721-9305-EF60494753D2}"/>
          </ac:picMkLst>
        </pc:picChg>
        <pc:picChg chg="add mod">
          <ac:chgData name="Luke Lo Seen" userId="e7171e94f9b422ea" providerId="LiveId" clId="{9D219E8B-C397-41B9-9C4F-F22B946DD980}" dt="2026-07-17T18:45:57.611" v="1222" actId="1076"/>
          <ac:picMkLst>
            <pc:docMk/>
            <pc:sldMk cId="320393342" sldId="323"/>
            <ac:picMk id="29" creationId="{AB713D1C-FEAD-F9B2-D486-F5AC0611A546}"/>
          </ac:picMkLst>
        </pc:picChg>
        <pc:picChg chg="add mod">
          <ac:chgData name="Luke Lo Seen" userId="e7171e94f9b422ea" providerId="LiveId" clId="{9D219E8B-C397-41B9-9C4F-F22B946DD980}" dt="2026-07-14T16:10:22.961" v="138" actId="164"/>
          <ac:picMkLst>
            <pc:docMk/>
            <pc:sldMk cId="320393342" sldId="323"/>
            <ac:picMk id="37" creationId="{0EAF7492-8291-9A14-95E1-284116D1637B}"/>
          </ac:picMkLst>
        </pc:picChg>
        <pc:picChg chg="add mod">
          <ac:chgData name="Luke Lo Seen" userId="e7171e94f9b422ea" providerId="LiveId" clId="{9D219E8B-C397-41B9-9C4F-F22B946DD980}" dt="2026-07-14T16:12:36.775" v="166" actId="164"/>
          <ac:picMkLst>
            <pc:docMk/>
            <pc:sldMk cId="320393342" sldId="323"/>
            <ac:picMk id="40" creationId="{FD6333E9-B9BA-0475-6FA9-4022FE1B0DA8}"/>
          </ac:picMkLst>
        </pc:picChg>
        <pc:picChg chg="add mod">
          <ac:chgData name="Luke Lo Seen" userId="e7171e94f9b422ea" providerId="LiveId" clId="{9D219E8B-C397-41B9-9C4F-F22B946DD980}" dt="2026-07-14T16:12:36.775" v="166" actId="164"/>
          <ac:picMkLst>
            <pc:docMk/>
            <pc:sldMk cId="320393342" sldId="323"/>
            <ac:picMk id="42" creationId="{A0E3FC04-187F-B016-8A89-30C0D8710AC9}"/>
          </ac:picMkLst>
        </pc:picChg>
        <pc:picChg chg="add mod">
          <ac:chgData name="Luke Lo Seen" userId="e7171e94f9b422ea" providerId="LiveId" clId="{9D219E8B-C397-41B9-9C4F-F22B946DD980}" dt="2026-07-14T16:12:36.775" v="166" actId="164"/>
          <ac:picMkLst>
            <pc:docMk/>
            <pc:sldMk cId="320393342" sldId="323"/>
            <ac:picMk id="44" creationId="{756E8A04-B9B0-EBB7-6199-5A65D12F3E2E}"/>
          </ac:picMkLst>
        </pc:picChg>
        <pc:cxnChg chg="add mod">
          <ac:chgData name="Luke Lo Seen" userId="e7171e94f9b422ea" providerId="LiveId" clId="{9D219E8B-C397-41B9-9C4F-F22B946DD980}" dt="2026-07-14T16:22:16.088" v="283" actId="14100"/>
          <ac:cxnSpMkLst>
            <pc:docMk/>
            <pc:sldMk cId="320393342" sldId="323"/>
            <ac:cxnSpMk id="57" creationId="{5F92482F-D82D-2FF2-9EC0-38EF3E12E129}"/>
          </ac:cxnSpMkLst>
        </pc:cxnChg>
        <pc:cxnChg chg="add mod">
          <ac:chgData name="Luke Lo Seen" userId="e7171e94f9b422ea" providerId="LiveId" clId="{9D219E8B-C397-41B9-9C4F-F22B946DD980}" dt="2026-07-14T16:22:25.256" v="284" actId="14100"/>
          <ac:cxnSpMkLst>
            <pc:docMk/>
            <pc:sldMk cId="320393342" sldId="323"/>
            <ac:cxnSpMk id="60" creationId="{0D5AF8F5-3376-964E-2483-43566259920C}"/>
          </ac:cxnSpMkLst>
        </pc:cxnChg>
        <pc:cxnChg chg="add mod">
          <ac:chgData name="Luke Lo Seen" userId="e7171e94f9b422ea" providerId="LiveId" clId="{9D219E8B-C397-41B9-9C4F-F22B946DD980}" dt="2026-07-14T16:24:08.184" v="301" actId="1076"/>
          <ac:cxnSpMkLst>
            <pc:docMk/>
            <pc:sldMk cId="320393342" sldId="323"/>
            <ac:cxnSpMk id="76" creationId="{9F113DFF-78B8-B4F0-227D-778C60FDB6E8}"/>
          </ac:cxnSpMkLst>
        </pc:cxnChg>
        <pc:cxnChg chg="add mod">
          <ac:chgData name="Luke Lo Seen" userId="e7171e94f9b422ea" providerId="LiveId" clId="{9D219E8B-C397-41B9-9C4F-F22B946DD980}" dt="2026-07-14T16:24:08.532" v="302" actId="14100"/>
          <ac:cxnSpMkLst>
            <pc:docMk/>
            <pc:sldMk cId="320393342" sldId="323"/>
            <ac:cxnSpMk id="78" creationId="{E79239AF-77AE-9077-EFDE-FBAA36279AF6}"/>
          </ac:cxnSpMkLst>
        </pc:cxnChg>
        <pc:cxnChg chg="add mod">
          <ac:chgData name="Luke Lo Seen" userId="e7171e94f9b422ea" providerId="LiveId" clId="{9D219E8B-C397-41B9-9C4F-F22B946DD980}" dt="2026-07-14T16:24:08.184" v="301" actId="1076"/>
          <ac:cxnSpMkLst>
            <pc:docMk/>
            <pc:sldMk cId="320393342" sldId="323"/>
            <ac:cxnSpMk id="80" creationId="{4516A967-E94F-99D1-5460-E21F42A28452}"/>
          </ac:cxnSpMkLst>
        </pc:cxnChg>
      </pc:sldChg>
      <pc:sldChg chg="addSp delSp modSp new mod">
        <pc:chgData name="Luke Lo Seen" userId="e7171e94f9b422ea" providerId="LiveId" clId="{9D219E8B-C397-41B9-9C4F-F22B946DD980}" dt="2026-07-14T16:53:20.612" v="771" actId="408"/>
        <pc:sldMkLst>
          <pc:docMk/>
          <pc:sldMk cId="3659854034" sldId="324"/>
        </pc:sldMkLst>
        <pc:spChg chg="mod">
          <ac:chgData name="Luke Lo Seen" userId="e7171e94f9b422ea" providerId="LiveId" clId="{9D219E8B-C397-41B9-9C4F-F22B946DD980}" dt="2026-07-14T16:45:46.602" v="645" actId="1076"/>
          <ac:spMkLst>
            <pc:docMk/>
            <pc:sldMk cId="3659854034" sldId="324"/>
            <ac:spMk id="2" creationId="{DE24D337-3834-718E-D15F-A94C7D4792B4}"/>
          </ac:spMkLst>
        </pc:spChg>
        <pc:spChg chg="add mod topLvl">
          <ac:chgData name="Luke Lo Seen" userId="e7171e94f9b422ea" providerId="LiveId" clId="{9D219E8B-C397-41B9-9C4F-F22B946DD980}" dt="2026-07-14T16:35:48.849" v="332" actId="164"/>
          <ac:spMkLst>
            <pc:docMk/>
            <pc:sldMk cId="3659854034" sldId="324"/>
            <ac:spMk id="5" creationId="{B3EB5521-7BDF-8DA7-FE1A-32A800778C43}"/>
          </ac:spMkLst>
        </pc:spChg>
        <pc:spChg chg="add mod">
          <ac:chgData name="Luke Lo Seen" userId="e7171e94f9b422ea" providerId="LiveId" clId="{9D219E8B-C397-41B9-9C4F-F22B946DD980}" dt="2026-07-14T16:35:48.849" v="332" actId="164"/>
          <ac:spMkLst>
            <pc:docMk/>
            <pc:sldMk cId="3659854034" sldId="324"/>
            <ac:spMk id="9" creationId="{44FB27B2-CECD-9883-C6FF-4742095D941C}"/>
          </ac:spMkLst>
        </pc:spChg>
        <pc:spChg chg="add mod">
          <ac:chgData name="Luke Lo Seen" userId="e7171e94f9b422ea" providerId="LiveId" clId="{9D219E8B-C397-41B9-9C4F-F22B946DD980}" dt="2026-07-14T16:44:17.893" v="588" actId="1076"/>
          <ac:spMkLst>
            <pc:docMk/>
            <pc:sldMk cId="3659854034" sldId="324"/>
            <ac:spMk id="11" creationId="{F2F03D8F-0C1A-1A6B-5C12-82A4E61793F7}"/>
          </ac:spMkLst>
        </pc:spChg>
        <pc:spChg chg="add mod">
          <ac:chgData name="Luke Lo Seen" userId="e7171e94f9b422ea" providerId="LiveId" clId="{9D219E8B-C397-41B9-9C4F-F22B946DD980}" dt="2026-07-14T16:43:21.802" v="572" actId="164"/>
          <ac:spMkLst>
            <pc:docMk/>
            <pc:sldMk cId="3659854034" sldId="324"/>
            <ac:spMk id="12" creationId="{3FEC1D0A-79A4-5109-0C8B-F0062CE3133B}"/>
          </ac:spMkLst>
        </pc:spChg>
        <pc:spChg chg="mod">
          <ac:chgData name="Luke Lo Seen" userId="e7171e94f9b422ea" providerId="LiveId" clId="{9D219E8B-C397-41B9-9C4F-F22B946DD980}" dt="2026-07-14T16:44:25.603" v="595" actId="1076"/>
          <ac:spMkLst>
            <pc:docMk/>
            <pc:sldMk cId="3659854034" sldId="324"/>
            <ac:spMk id="16" creationId="{02E6BB4C-86E2-92AA-82F0-23AE1B528EF2}"/>
          </ac:spMkLst>
        </pc:spChg>
        <pc:spChg chg="mod">
          <ac:chgData name="Luke Lo Seen" userId="e7171e94f9b422ea" providerId="LiveId" clId="{9D219E8B-C397-41B9-9C4F-F22B946DD980}" dt="2026-07-14T16:48:44.818" v="672" actId="1076"/>
          <ac:spMkLst>
            <pc:docMk/>
            <pc:sldMk cId="3659854034" sldId="324"/>
            <ac:spMk id="17" creationId="{78DFB08A-95E0-2CF2-C98A-FDD3730D1B95}"/>
          </ac:spMkLst>
        </pc:spChg>
        <pc:spChg chg="mod">
          <ac:chgData name="Luke Lo Seen" userId="e7171e94f9b422ea" providerId="LiveId" clId="{9D219E8B-C397-41B9-9C4F-F22B946DD980}" dt="2026-07-14T16:43:29.742" v="574"/>
          <ac:spMkLst>
            <pc:docMk/>
            <pc:sldMk cId="3659854034" sldId="324"/>
            <ac:spMk id="18" creationId="{83985452-A1EB-0EA4-AE2F-2D74F3E4E0FC}"/>
          </ac:spMkLst>
        </pc:spChg>
        <pc:spChg chg="mod">
          <ac:chgData name="Luke Lo Seen" userId="e7171e94f9b422ea" providerId="LiveId" clId="{9D219E8B-C397-41B9-9C4F-F22B946DD980}" dt="2026-07-14T16:43:29.742" v="574"/>
          <ac:spMkLst>
            <pc:docMk/>
            <pc:sldMk cId="3659854034" sldId="324"/>
            <ac:spMk id="19" creationId="{507E0CF1-48DA-5E42-906D-744154C7F1E5}"/>
          </ac:spMkLst>
        </pc:spChg>
        <pc:spChg chg="mod">
          <ac:chgData name="Luke Lo Seen" userId="e7171e94f9b422ea" providerId="LiveId" clId="{9D219E8B-C397-41B9-9C4F-F22B946DD980}" dt="2026-07-14T16:50:00.449" v="709" actId="1076"/>
          <ac:spMkLst>
            <pc:docMk/>
            <pc:sldMk cId="3659854034" sldId="324"/>
            <ac:spMk id="22" creationId="{E4407528-37F8-64F6-9C58-FEEB3771588C}"/>
          </ac:spMkLst>
        </pc:spChg>
        <pc:spChg chg="mod">
          <ac:chgData name="Luke Lo Seen" userId="e7171e94f9b422ea" providerId="LiveId" clId="{9D219E8B-C397-41B9-9C4F-F22B946DD980}" dt="2026-07-14T16:51:05.750" v="746" actId="20577"/>
          <ac:spMkLst>
            <pc:docMk/>
            <pc:sldMk cId="3659854034" sldId="324"/>
            <ac:spMk id="23" creationId="{B856DC6C-42B7-3604-BC96-368A3520C8F7}"/>
          </ac:spMkLst>
        </pc:spChg>
        <pc:spChg chg="mod">
          <ac:chgData name="Luke Lo Seen" userId="e7171e94f9b422ea" providerId="LiveId" clId="{9D219E8B-C397-41B9-9C4F-F22B946DD980}" dt="2026-07-14T16:51:32.463" v="752" actId="1076"/>
          <ac:spMkLst>
            <pc:docMk/>
            <pc:sldMk cId="3659854034" sldId="324"/>
            <ac:spMk id="24" creationId="{633B19C2-F886-67E7-B68A-E7AC06DC0B4B}"/>
          </ac:spMkLst>
        </pc:spChg>
        <pc:spChg chg="mod">
          <ac:chgData name="Luke Lo Seen" userId="e7171e94f9b422ea" providerId="LiveId" clId="{9D219E8B-C397-41B9-9C4F-F22B946DD980}" dt="2026-07-14T16:43:36.288" v="576"/>
          <ac:spMkLst>
            <pc:docMk/>
            <pc:sldMk cId="3659854034" sldId="324"/>
            <ac:spMk id="25" creationId="{A212CBFE-9DD4-8E66-6D19-7B01DBA0A99E}"/>
          </ac:spMkLst>
        </pc:spChg>
        <pc:spChg chg="add mod">
          <ac:chgData name="Luke Lo Seen" userId="e7171e94f9b422ea" providerId="LiveId" clId="{9D219E8B-C397-41B9-9C4F-F22B946DD980}" dt="2026-07-14T16:53:20.612" v="771" actId="408"/>
          <ac:spMkLst>
            <pc:docMk/>
            <pc:sldMk cId="3659854034" sldId="324"/>
            <ac:spMk id="32" creationId="{1756FB2B-DAF1-B944-AB63-76FE903DF1C9}"/>
          </ac:spMkLst>
        </pc:spChg>
        <pc:spChg chg="add mod">
          <ac:chgData name="Luke Lo Seen" userId="e7171e94f9b422ea" providerId="LiveId" clId="{9D219E8B-C397-41B9-9C4F-F22B946DD980}" dt="2026-07-14T16:53:20.612" v="771" actId="408"/>
          <ac:spMkLst>
            <pc:docMk/>
            <pc:sldMk cId="3659854034" sldId="324"/>
            <ac:spMk id="34" creationId="{BD4787F5-2A3B-0845-8854-5D6775D23B7E}"/>
          </ac:spMkLst>
        </pc:spChg>
        <pc:spChg chg="add mod">
          <ac:chgData name="Luke Lo Seen" userId="e7171e94f9b422ea" providerId="LiveId" clId="{9D219E8B-C397-41B9-9C4F-F22B946DD980}" dt="2026-07-14T16:52:53.332" v="768" actId="164"/>
          <ac:spMkLst>
            <pc:docMk/>
            <pc:sldMk cId="3659854034" sldId="324"/>
            <ac:spMk id="35" creationId="{C3F6D91E-73E8-36FD-DF3F-2AAD89B2857F}"/>
          </ac:spMkLst>
        </pc:spChg>
        <pc:grpChg chg="add mod">
          <ac:chgData name="Luke Lo Seen" userId="e7171e94f9b422ea" providerId="LiveId" clId="{9D219E8B-C397-41B9-9C4F-F22B946DD980}" dt="2026-07-14T16:43:21.802" v="572" actId="164"/>
          <ac:grpSpMkLst>
            <pc:docMk/>
            <pc:sldMk cId="3659854034" sldId="324"/>
            <ac:grpSpMk id="10" creationId="{6BDBB071-F575-5BA0-C3F5-63E9333A06EF}"/>
          </ac:grpSpMkLst>
        </pc:grpChg>
        <pc:grpChg chg="add mod">
          <ac:chgData name="Luke Lo Seen" userId="e7171e94f9b422ea" providerId="LiveId" clId="{9D219E8B-C397-41B9-9C4F-F22B946DD980}" dt="2026-07-14T16:53:13.730" v="770" actId="1076"/>
          <ac:grpSpMkLst>
            <pc:docMk/>
            <pc:sldMk cId="3659854034" sldId="324"/>
            <ac:grpSpMk id="13" creationId="{1D03C89B-9C0E-C2BE-11E6-A8151A7F98EF}"/>
          </ac:grpSpMkLst>
        </pc:grpChg>
        <pc:grpChg chg="add mod">
          <ac:chgData name="Luke Lo Seen" userId="e7171e94f9b422ea" providerId="LiveId" clId="{9D219E8B-C397-41B9-9C4F-F22B946DD980}" dt="2026-07-14T16:53:20.612" v="771" actId="408"/>
          <ac:grpSpMkLst>
            <pc:docMk/>
            <pc:sldMk cId="3659854034" sldId="324"/>
            <ac:grpSpMk id="14" creationId="{6FBDDAF1-CC93-A496-60D6-5FEBC8054BD6}"/>
          </ac:grpSpMkLst>
        </pc:grpChg>
        <pc:grpChg chg="mod">
          <ac:chgData name="Luke Lo Seen" userId="e7171e94f9b422ea" providerId="LiveId" clId="{9D219E8B-C397-41B9-9C4F-F22B946DD980}" dt="2026-07-14T16:43:29.742" v="574"/>
          <ac:grpSpMkLst>
            <pc:docMk/>
            <pc:sldMk cId="3659854034" sldId="324"/>
            <ac:grpSpMk id="15" creationId="{A906B1BE-41EE-0F6E-6E4B-A993E1EFC29C}"/>
          </ac:grpSpMkLst>
        </pc:grpChg>
        <pc:grpChg chg="add mod">
          <ac:chgData name="Luke Lo Seen" userId="e7171e94f9b422ea" providerId="LiveId" clId="{9D219E8B-C397-41B9-9C4F-F22B946DD980}" dt="2026-07-14T16:52:53.332" v="768" actId="164"/>
          <ac:grpSpMkLst>
            <pc:docMk/>
            <pc:sldMk cId="3659854034" sldId="324"/>
            <ac:grpSpMk id="20" creationId="{AF767B58-3CC5-4AA3-F257-B5FF39D1DF70}"/>
          </ac:grpSpMkLst>
        </pc:grpChg>
        <pc:grpChg chg="mod">
          <ac:chgData name="Luke Lo Seen" userId="e7171e94f9b422ea" providerId="LiveId" clId="{9D219E8B-C397-41B9-9C4F-F22B946DD980}" dt="2026-07-14T16:43:36.288" v="576"/>
          <ac:grpSpMkLst>
            <pc:docMk/>
            <pc:sldMk cId="3659854034" sldId="324"/>
            <ac:grpSpMk id="21" creationId="{2833BC95-0228-6ECA-84CA-2C7000C11DC0}"/>
          </ac:grpSpMkLst>
        </pc:grpChg>
        <pc:grpChg chg="add mod">
          <ac:chgData name="Luke Lo Seen" userId="e7171e94f9b422ea" providerId="LiveId" clId="{9D219E8B-C397-41B9-9C4F-F22B946DD980}" dt="2026-07-14T16:53:08.042" v="769" actId="1076"/>
          <ac:grpSpMkLst>
            <pc:docMk/>
            <pc:sldMk cId="3659854034" sldId="324"/>
            <ac:grpSpMk id="36" creationId="{6274A0B3-1DA8-0249-9837-222B94225670}"/>
          </ac:grpSpMkLst>
        </pc:grpChg>
      </pc:sldChg>
      <pc:sldChg chg="addSp delSp modSp new mod">
        <pc:chgData name="Luke Lo Seen" userId="e7171e94f9b422ea" providerId="LiveId" clId="{9D219E8B-C397-41B9-9C4F-F22B946DD980}" dt="2026-07-17T18:40:23.756" v="1101" actId="20577"/>
        <pc:sldMkLst>
          <pc:docMk/>
          <pc:sldMk cId="3966939850" sldId="325"/>
        </pc:sldMkLst>
        <pc:spChg chg="mod">
          <ac:chgData name="Luke Lo Seen" userId="e7171e94f9b422ea" providerId="LiveId" clId="{9D219E8B-C397-41B9-9C4F-F22B946DD980}" dt="2026-07-17T18:30:07.646" v="802" actId="20577"/>
          <ac:spMkLst>
            <pc:docMk/>
            <pc:sldMk cId="3966939850" sldId="325"/>
            <ac:spMk id="2" creationId="{58F34E60-AACE-4EA4-2181-221171589236}"/>
          </ac:spMkLst>
        </pc:spChg>
        <pc:spChg chg="mod">
          <ac:chgData name="Luke Lo Seen" userId="e7171e94f9b422ea" providerId="LiveId" clId="{9D219E8B-C397-41B9-9C4F-F22B946DD980}" dt="2026-07-17T18:34:45.226" v="921"/>
          <ac:spMkLst>
            <pc:docMk/>
            <pc:sldMk cId="3966939850" sldId="325"/>
            <ac:spMk id="6" creationId="{11DB1184-60BD-AEA5-FE83-BFBA462366C2}"/>
          </ac:spMkLst>
        </pc:spChg>
        <pc:spChg chg="mod">
          <ac:chgData name="Luke Lo Seen" userId="e7171e94f9b422ea" providerId="LiveId" clId="{9D219E8B-C397-41B9-9C4F-F22B946DD980}" dt="2026-07-17T18:34:54.760" v="945" actId="20577"/>
          <ac:spMkLst>
            <pc:docMk/>
            <pc:sldMk cId="3966939850" sldId="325"/>
            <ac:spMk id="7" creationId="{4CBCE852-9A9E-092F-8929-DC60C5F2DC86}"/>
          </ac:spMkLst>
        </pc:spChg>
        <pc:spChg chg="mod">
          <ac:chgData name="Luke Lo Seen" userId="e7171e94f9b422ea" providerId="LiveId" clId="{9D219E8B-C397-41B9-9C4F-F22B946DD980}" dt="2026-07-17T18:34:45.226" v="921"/>
          <ac:spMkLst>
            <pc:docMk/>
            <pc:sldMk cId="3966939850" sldId="325"/>
            <ac:spMk id="8" creationId="{09FC0691-16F3-E5A0-35A7-0CC2D51E8124}"/>
          </ac:spMkLst>
        </pc:spChg>
        <pc:spChg chg="mod">
          <ac:chgData name="Luke Lo Seen" userId="e7171e94f9b422ea" providerId="LiveId" clId="{9D219E8B-C397-41B9-9C4F-F22B946DD980}" dt="2026-07-17T18:34:45.226" v="921"/>
          <ac:spMkLst>
            <pc:docMk/>
            <pc:sldMk cId="3966939850" sldId="325"/>
            <ac:spMk id="9" creationId="{5433BE4C-8CD7-A1DF-221B-FEF2B9BA7E62}"/>
          </ac:spMkLst>
        </pc:spChg>
        <pc:spChg chg="add del">
          <ac:chgData name="Luke Lo Seen" userId="e7171e94f9b422ea" providerId="LiveId" clId="{9D219E8B-C397-41B9-9C4F-F22B946DD980}" dt="2026-07-17T18:30:53.766" v="817" actId="22"/>
          <ac:spMkLst>
            <pc:docMk/>
            <pc:sldMk cId="3966939850" sldId="325"/>
            <ac:spMk id="11" creationId="{30C7D630-1F65-0B9B-542A-E2AC2B0F3427}"/>
          </ac:spMkLst>
        </pc:spChg>
        <pc:spChg chg="add del">
          <ac:chgData name="Luke Lo Seen" userId="e7171e94f9b422ea" providerId="LiveId" clId="{9D219E8B-C397-41B9-9C4F-F22B946DD980}" dt="2026-07-17T18:30:53.386" v="816" actId="22"/>
          <ac:spMkLst>
            <pc:docMk/>
            <pc:sldMk cId="3966939850" sldId="325"/>
            <ac:spMk id="13" creationId="{095D0496-A0F0-BB2E-B04B-58D08D0EDA73}"/>
          </ac:spMkLst>
        </pc:spChg>
        <pc:spChg chg="mod">
          <ac:chgData name="Luke Lo Seen" userId="e7171e94f9b422ea" providerId="LiveId" clId="{9D219E8B-C397-41B9-9C4F-F22B946DD980}" dt="2026-07-17T18:31:51.175" v="837" actId="1076"/>
          <ac:spMkLst>
            <pc:docMk/>
            <pc:sldMk cId="3966939850" sldId="325"/>
            <ac:spMk id="16" creationId="{9C2665D0-34B7-61AE-9AFF-C4354A092A6F}"/>
          </ac:spMkLst>
        </pc:spChg>
        <pc:spChg chg="mod">
          <ac:chgData name="Luke Lo Seen" userId="e7171e94f9b422ea" providerId="LiveId" clId="{9D219E8B-C397-41B9-9C4F-F22B946DD980}" dt="2026-07-17T18:36:15.877" v="1034" actId="20577"/>
          <ac:spMkLst>
            <pc:docMk/>
            <pc:sldMk cId="3966939850" sldId="325"/>
            <ac:spMk id="17" creationId="{1622BE74-4AF3-6076-3501-277DC8AA9AAE}"/>
          </ac:spMkLst>
        </pc:spChg>
        <pc:spChg chg="mod">
          <ac:chgData name="Luke Lo Seen" userId="e7171e94f9b422ea" providerId="LiveId" clId="{9D219E8B-C397-41B9-9C4F-F22B946DD980}" dt="2026-07-17T18:36:19.466" v="1036" actId="1076"/>
          <ac:spMkLst>
            <pc:docMk/>
            <pc:sldMk cId="3966939850" sldId="325"/>
            <ac:spMk id="18" creationId="{94E37E51-E896-5CFD-F5F2-282F5D2F84A2}"/>
          </ac:spMkLst>
        </pc:spChg>
        <pc:spChg chg="mod">
          <ac:chgData name="Luke Lo Seen" userId="e7171e94f9b422ea" providerId="LiveId" clId="{9D219E8B-C397-41B9-9C4F-F22B946DD980}" dt="2026-07-17T18:30:56.566" v="818"/>
          <ac:spMkLst>
            <pc:docMk/>
            <pc:sldMk cId="3966939850" sldId="325"/>
            <ac:spMk id="19" creationId="{8B57F362-D7ED-23F1-71A7-B8F2F9977819}"/>
          </ac:spMkLst>
        </pc:spChg>
        <pc:spChg chg="mod">
          <ac:chgData name="Luke Lo Seen" userId="e7171e94f9b422ea" providerId="LiveId" clId="{9D219E8B-C397-41B9-9C4F-F22B946DD980}" dt="2026-07-17T18:31:59.919" v="846" actId="1076"/>
          <ac:spMkLst>
            <pc:docMk/>
            <pc:sldMk cId="3966939850" sldId="325"/>
            <ac:spMk id="22" creationId="{4DEDE80F-0CE4-4C84-C54D-FA70F76426AF}"/>
          </ac:spMkLst>
        </pc:spChg>
        <pc:spChg chg="mod">
          <ac:chgData name="Luke Lo Seen" userId="e7171e94f9b422ea" providerId="LiveId" clId="{9D219E8B-C397-41B9-9C4F-F22B946DD980}" dt="2026-07-17T18:40:23.756" v="1101" actId="20577"/>
          <ac:spMkLst>
            <pc:docMk/>
            <pc:sldMk cId="3966939850" sldId="325"/>
            <ac:spMk id="23" creationId="{1F92CF55-791B-854A-7C17-BD1E6C08235A}"/>
          </ac:spMkLst>
        </pc:spChg>
        <pc:spChg chg="mod">
          <ac:chgData name="Luke Lo Seen" userId="e7171e94f9b422ea" providerId="LiveId" clId="{9D219E8B-C397-41B9-9C4F-F22B946DD980}" dt="2026-07-17T18:30:56.951" v="819"/>
          <ac:spMkLst>
            <pc:docMk/>
            <pc:sldMk cId="3966939850" sldId="325"/>
            <ac:spMk id="24" creationId="{6C52D2C3-FA53-CE23-7A13-C1BD4BD57B41}"/>
          </ac:spMkLst>
        </pc:spChg>
        <pc:spChg chg="mod">
          <ac:chgData name="Luke Lo Seen" userId="e7171e94f9b422ea" providerId="LiveId" clId="{9D219E8B-C397-41B9-9C4F-F22B946DD980}" dt="2026-07-17T18:30:56.951" v="819"/>
          <ac:spMkLst>
            <pc:docMk/>
            <pc:sldMk cId="3966939850" sldId="325"/>
            <ac:spMk id="25" creationId="{BCC6EF01-D26D-0D84-7382-B89A4BF4C351}"/>
          </ac:spMkLst>
        </pc:spChg>
        <pc:grpChg chg="add mod">
          <ac:chgData name="Luke Lo Seen" userId="e7171e94f9b422ea" providerId="LiveId" clId="{9D219E8B-C397-41B9-9C4F-F22B946DD980}" dt="2026-07-17T18:34:59.110" v="946" actId="14100"/>
          <ac:grpSpMkLst>
            <pc:docMk/>
            <pc:sldMk cId="3966939850" sldId="325"/>
            <ac:grpSpMk id="4" creationId="{35520F45-87E7-1F36-3BAB-946F4C131B8F}"/>
          </ac:grpSpMkLst>
        </pc:grpChg>
        <pc:grpChg chg="mod">
          <ac:chgData name="Luke Lo Seen" userId="e7171e94f9b422ea" providerId="LiveId" clId="{9D219E8B-C397-41B9-9C4F-F22B946DD980}" dt="2026-07-17T18:34:45.226" v="921"/>
          <ac:grpSpMkLst>
            <pc:docMk/>
            <pc:sldMk cId="3966939850" sldId="325"/>
            <ac:grpSpMk id="5" creationId="{63CD4781-8AA1-A3E4-834A-5FE2E693DC09}"/>
          </ac:grpSpMkLst>
        </pc:grpChg>
        <pc:grpChg chg="add mod">
          <ac:chgData name="Luke Lo Seen" userId="e7171e94f9b422ea" providerId="LiveId" clId="{9D219E8B-C397-41B9-9C4F-F22B946DD980}" dt="2026-07-17T18:36:47.624" v="1041" actId="1076"/>
          <ac:grpSpMkLst>
            <pc:docMk/>
            <pc:sldMk cId="3966939850" sldId="325"/>
            <ac:grpSpMk id="14" creationId="{E16BE679-2818-6DE4-828F-D699BE072E5E}"/>
          </ac:grpSpMkLst>
        </pc:grpChg>
        <pc:grpChg chg="mod">
          <ac:chgData name="Luke Lo Seen" userId="e7171e94f9b422ea" providerId="LiveId" clId="{9D219E8B-C397-41B9-9C4F-F22B946DD980}" dt="2026-07-17T18:30:56.566" v="818"/>
          <ac:grpSpMkLst>
            <pc:docMk/>
            <pc:sldMk cId="3966939850" sldId="325"/>
            <ac:grpSpMk id="15" creationId="{306624BA-FA1C-9447-1A0F-62C6F6E3DF2F}"/>
          </ac:grpSpMkLst>
        </pc:grpChg>
        <pc:grpChg chg="add mod">
          <ac:chgData name="Luke Lo Seen" userId="e7171e94f9b422ea" providerId="LiveId" clId="{9D219E8B-C397-41B9-9C4F-F22B946DD980}" dt="2026-07-17T18:31:02.695" v="820" actId="1076"/>
          <ac:grpSpMkLst>
            <pc:docMk/>
            <pc:sldMk cId="3966939850" sldId="325"/>
            <ac:grpSpMk id="20" creationId="{2AA3B317-D4F2-0C81-E069-BD2441B0983C}"/>
          </ac:grpSpMkLst>
        </pc:grpChg>
        <pc:grpChg chg="mod">
          <ac:chgData name="Luke Lo Seen" userId="e7171e94f9b422ea" providerId="LiveId" clId="{9D219E8B-C397-41B9-9C4F-F22B946DD980}" dt="2026-07-17T18:30:56.951" v="819"/>
          <ac:grpSpMkLst>
            <pc:docMk/>
            <pc:sldMk cId="3966939850" sldId="325"/>
            <ac:grpSpMk id="21" creationId="{9508EBC4-D04D-2953-C348-A3C99E834D24}"/>
          </ac:grpSpMkLst>
        </pc:grpChg>
      </pc:sldChg>
      <pc:sldChg chg="addSp delSp modSp new mod">
        <pc:chgData name="Luke Lo Seen" userId="e7171e94f9b422ea" providerId="LiveId" clId="{9D219E8B-C397-41B9-9C4F-F22B946DD980}" dt="2026-07-17T18:42:51.115" v="1200" actId="20577"/>
        <pc:sldMkLst>
          <pc:docMk/>
          <pc:sldMk cId="1739003529" sldId="326"/>
        </pc:sldMkLst>
        <pc:spChg chg="mod">
          <ac:chgData name="Luke Lo Seen" userId="e7171e94f9b422ea" providerId="LiveId" clId="{9D219E8B-C397-41B9-9C4F-F22B946DD980}" dt="2026-07-17T18:42:05.567" v="1125" actId="26606"/>
          <ac:spMkLst>
            <pc:docMk/>
            <pc:sldMk cId="1739003529" sldId="326"/>
            <ac:spMk id="2" creationId="{4408360B-54D9-C5A6-9F58-B10E2349507B}"/>
          </ac:spMkLst>
        </pc:spChg>
        <pc:spChg chg="del">
          <ac:chgData name="Luke Lo Seen" userId="e7171e94f9b422ea" providerId="LiveId" clId="{9D219E8B-C397-41B9-9C4F-F22B946DD980}" dt="2026-07-17T18:42:05.567" v="1125" actId="26606"/>
          <ac:spMkLst>
            <pc:docMk/>
            <pc:sldMk cId="1739003529" sldId="326"/>
            <ac:spMk id="3" creationId="{D7783061-485C-5239-C45C-74AD096741CA}"/>
          </ac:spMkLst>
        </pc:spChg>
        <pc:spChg chg="mod">
          <ac:chgData name="Luke Lo Seen" userId="e7171e94f9b422ea" providerId="LiveId" clId="{9D219E8B-C397-41B9-9C4F-F22B946DD980}" dt="2026-07-17T18:42:05.567" v="1125" actId="26606"/>
          <ac:spMkLst>
            <pc:docMk/>
            <pc:sldMk cId="1739003529" sldId="326"/>
            <ac:spMk id="4" creationId="{4A732017-DA8C-1362-84AD-43854D8C999B}"/>
          </ac:spMkLst>
        </pc:spChg>
        <pc:graphicFrameChg chg="add modGraphic">
          <ac:chgData name="Luke Lo Seen" userId="e7171e94f9b422ea" providerId="LiveId" clId="{9D219E8B-C397-41B9-9C4F-F22B946DD980}" dt="2026-07-17T18:42:51.115" v="1200" actId="20577"/>
          <ac:graphicFrameMkLst>
            <pc:docMk/>
            <pc:sldMk cId="1739003529" sldId="326"/>
            <ac:graphicFrameMk id="6" creationId="{D7783061-485C-5239-C45C-74AD096741CA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fr-FR" sz="1200"/>
            </a:lvl1pPr>
          </a:lstStyle>
          <a:p>
            <a:pPr rtl="0"/>
            <a:fld id="{A7C9947C-0B99-4CC9-AA3C-4A4AC8D4662C}" type="datetimeyyyy">
              <a:rPr lang="fr-FR" smtClean="0"/>
              <a:t>2026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fr-FR" sz="1200"/>
            </a:lvl1pPr>
          </a:lstStyle>
          <a:p>
            <a:pPr rtl="0"/>
            <a:fld id="{420BD0AB-C59E-4A46-83D3-F07787446BA0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lang="fr-FR"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lang="fr-FR"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lang="fr-FR"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lang="fr-FR"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lang="fr-FR"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lang="fr-FR"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lang="fr-FR"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lang="fr-FR"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lang="fr-FR"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20" name="Freeform: Forme 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8" name="Freeform: Form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" name="Titr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rtlCol="0" anchor="ctr" anchorCtr="0">
            <a:noAutofit/>
          </a:bodyPr>
          <a:lstStyle>
            <a:lvl1pPr algn="ctr">
              <a:lnSpc>
                <a:spcPct val="100000"/>
              </a:lnSpc>
              <a:defRPr lang="fr-FR" sz="3600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dre du j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e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orme libre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8" name="Forme libre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grpSp>
        <p:nvGrpSpPr>
          <p:cNvPr id="9" name="Groupe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orme libre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1" name="Forme libre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14" name="Image 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fr-FR" sz="3600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13" name="Espace réservé du contenu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lang="fr-FR" sz="2400"/>
            </a:lvl1pPr>
            <a:lvl2pPr marL="347472">
              <a:lnSpc>
                <a:spcPct val="150000"/>
              </a:lnSpc>
              <a:spcBef>
                <a:spcPts val="0"/>
              </a:spcBef>
              <a:defRPr lang="fr-FR" sz="2000"/>
            </a:lvl2pPr>
            <a:lvl3pPr marL="685800">
              <a:lnSpc>
                <a:spcPct val="150000"/>
              </a:lnSpc>
              <a:spcBef>
                <a:spcPts val="0"/>
              </a:spcBef>
              <a:defRPr lang="fr-FR" sz="1800"/>
            </a:lvl3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fr-F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algn="ctr" rtl="0"/>
            <a:endParaRPr lang="fr-FR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sz="1600" dirty="0"/>
          </a:p>
        </p:txBody>
      </p:sp>
      <p:grpSp>
        <p:nvGrpSpPr>
          <p:cNvPr id="18" name="Groupe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Forme 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fr-FR"/>
              </a:defPPr>
            </a:lstStyle>
            <a:p>
              <a:pPr lvl="0" rtl="0"/>
              <a:endParaRPr lang="fr-FR" dirty="0"/>
            </a:p>
          </p:txBody>
        </p:sp>
        <p:sp>
          <p:nvSpPr>
            <p:cNvPr id="15" name="Freeform: Forme 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fr-FR"/>
              </a:defPPr>
            </a:lstStyle>
            <a:p>
              <a:pPr lvl="0" rtl="0"/>
              <a:endParaRPr lang="fr-FR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 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2" name="Titr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rtlCol="0" anchor="ctr">
            <a:noAutofit/>
          </a:bodyPr>
          <a:lstStyle>
            <a:lvl1pPr algn="l">
              <a:lnSpc>
                <a:spcPct val="100000"/>
              </a:lnSpc>
              <a:defRPr lang="fr-FR" sz="3600" b="1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8" name="Espace réservé d’image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 rtlCol="0">
            <a:normAutofit/>
          </a:bodyPr>
          <a:lstStyle>
            <a:lvl1pPr marL="0" indent="0">
              <a:buNone/>
              <a:defRPr lang="fr-FR" sz="1800"/>
            </a:lvl1pPr>
          </a:lstStyle>
          <a:p>
            <a:pPr lvl="0" rtl="0"/>
            <a:r>
              <a:rPr lang="fr-FR"/>
              <a:t>Cliquez ici pour ajouter une image.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 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algn="ctr" rtl="0"/>
            <a:endParaRPr lang="fr-FR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sz="1600" dirty="0"/>
          </a:p>
        </p:txBody>
      </p:sp>
      <p:sp>
        <p:nvSpPr>
          <p:cNvPr id="36" name="Forme libre 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33" name="Forme libre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fr-FR"/>
            </a:defPPr>
          </a:lstStyle>
          <a:p>
            <a:pPr lvl="0" algn="ctr" rtl="0"/>
            <a:endParaRPr lang="fr-FR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fr-FR" sz="3600"/>
            </a:lvl1pPr>
          </a:lstStyle>
          <a:p>
            <a:pPr rtl="0"/>
            <a:r>
              <a:rPr lang="fr-FR"/>
              <a:t>Cliquer pour ajouter du texte</a:t>
            </a:r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fr-FR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fr-FR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fr-FR" sz="2400"/>
            </a:lvl3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</p:txBody>
      </p:sp>
      <p:sp>
        <p:nvSpPr>
          <p:cNvPr id="52" name="Espace réservé d’image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 rtlCol="0">
            <a:normAutofit/>
          </a:bodyPr>
          <a:lstStyle>
            <a:lvl1pPr marL="0" indent="0">
              <a:buNone/>
              <a:defRPr lang="fr-FR" sz="1800"/>
            </a:lvl1pPr>
          </a:lstStyle>
          <a:p>
            <a:pPr lvl="0" rtl="0"/>
            <a:r>
              <a:rPr lang="fr-FR"/>
              <a:t>Cliquez ici pour ajouter une image.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 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53" name="Freeform: Forme 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29" name="Forme libre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31" name="Forme libre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33" name="Image 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rtlCol="0" anchor="b" anchorCtr="0">
            <a:noAutofit/>
          </a:bodyPr>
          <a:lstStyle>
            <a:lvl1pPr algn="l">
              <a:lnSpc>
                <a:spcPct val="100000"/>
              </a:lnSpc>
              <a:defRPr lang="fr-FR" sz="3600" b="1">
                <a:latin typeface="+mj-lt"/>
                <a:cs typeface="Arial" panose="020B0604020202020204" pitchFamily="34" charset="0"/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13" name="Espace réservé du contenu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fr-FR" sz="1800"/>
            </a:lvl1pPr>
            <a:lvl2pPr>
              <a:spcBef>
                <a:spcPts val="1000"/>
              </a:spcBef>
              <a:defRPr lang="fr-FR" sz="1800"/>
            </a:lvl2pPr>
            <a:lvl3pPr>
              <a:spcBef>
                <a:spcPts val="1000"/>
              </a:spcBef>
              <a:defRPr lang="fr-FR" sz="1800"/>
            </a:lvl3pPr>
            <a:lvl4pPr>
              <a:spcBef>
                <a:spcPts val="1000"/>
              </a:spcBef>
              <a:defRPr lang="fr-FR" sz="1800"/>
            </a:lvl4pPr>
            <a:lvl5pPr>
              <a:spcBef>
                <a:spcPts val="1000"/>
              </a:spcBef>
              <a:defRPr lang="fr-FR" sz="1800"/>
            </a:lvl5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8" name="Espace réservé du numéro de diapositive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fr-F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a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r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fr-FR" sz="3600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pic>
        <p:nvPicPr>
          <p:cNvPr id="13" name="Image 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Forme 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17" name="Image 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pic>
        <p:nvPicPr>
          <p:cNvPr id="19" name="Image 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Espace réservé du numéro de diapositive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fr-F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2" name="Espace réservé du contenu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fr-FR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fr-FR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fr-FR" sz="2400"/>
            </a:lvl3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ison 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orme libre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8" name="Forme libre 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4" name="Forme libre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6" name="Forme libre 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0" name="Titr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fr-FR" sz="3600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19" name="Espace réservé du numéro de diapositive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fr-F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23" name="Espace réservé du contenu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fr-FR" sz="1800"/>
            </a:lvl1pPr>
            <a:lvl2pPr marL="283464" indent="-283464">
              <a:spcBef>
                <a:spcPts val="1000"/>
              </a:spcBef>
              <a:defRPr lang="fr-FR" sz="1800"/>
            </a:lvl2pPr>
            <a:lvl3pPr marL="283464" indent="-283464">
              <a:spcBef>
                <a:spcPts val="1000"/>
              </a:spcBef>
              <a:defRPr lang="fr-FR" sz="1800"/>
            </a:lvl3pPr>
            <a:lvl4pPr marL="283464" indent="-283464">
              <a:spcBef>
                <a:spcPts val="1000"/>
              </a:spcBef>
              <a:defRPr lang="fr-FR" sz="1800"/>
            </a:lvl4pPr>
            <a:lvl5pPr marL="283464" indent="-283464">
              <a:spcBef>
                <a:spcPts val="1000"/>
              </a:spcBef>
              <a:defRPr lang="fr-FR" sz="1800"/>
            </a:lvl5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25" name="Espace réservé du contenu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fr-FR" sz="1800"/>
            </a:lvl1pPr>
            <a:lvl2pPr marL="283464" indent="-283464">
              <a:spcBef>
                <a:spcPts val="1000"/>
              </a:spcBef>
              <a:defRPr lang="fr-FR" sz="1800"/>
            </a:lvl2pPr>
            <a:lvl3pPr marL="283464" indent="-283464">
              <a:spcBef>
                <a:spcPts val="1000"/>
              </a:spcBef>
              <a:defRPr lang="fr-FR" sz="1800"/>
            </a:lvl3pPr>
            <a:lvl4pPr marL="283464" indent="-283464">
              <a:spcBef>
                <a:spcPts val="1000"/>
              </a:spcBef>
              <a:defRPr lang="fr-FR" sz="1800"/>
            </a:lvl4pPr>
            <a:lvl5pPr marL="283464" indent="-283464">
              <a:spcBef>
                <a:spcPts val="1000"/>
              </a:spcBef>
              <a:defRPr lang="fr-FR" sz="1800"/>
            </a:lvl5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ronologie 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algn="ctr" rtl="0"/>
            <a:endParaRPr lang="fr-FR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sz="160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 rtlCol="0"/>
          <a:lstStyle>
            <a:lvl1pPr algn="l">
              <a:lnSpc>
                <a:spcPct val="100000"/>
              </a:lnSpc>
              <a:defRPr lang="fr-FR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 rtlCol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lang="fr-FR"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lang="fr-FR"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lang="fr-FR"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lang="fr-FR" sz="1800"/>
            </a:lvl4pPr>
            <a:lvl5pPr indent="-283464">
              <a:spcBef>
                <a:spcPts val="1000"/>
              </a:spcBef>
              <a:defRPr lang="fr-FR" sz="1800"/>
            </a:lvl5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fr-FR" sz="1800"/>
            </a:lvl1pPr>
            <a:lvl2pPr indent="-283464">
              <a:spcBef>
                <a:spcPts val="1000"/>
              </a:spcBef>
              <a:defRPr lang="fr-FR" sz="1800"/>
            </a:lvl2pPr>
            <a:lvl3pPr indent="-283464">
              <a:spcBef>
                <a:spcPts val="1000"/>
              </a:spcBef>
              <a:defRPr lang="fr-FR" sz="1800"/>
            </a:lvl3pPr>
            <a:lvl4pPr indent="-283464">
              <a:spcBef>
                <a:spcPts val="1000"/>
              </a:spcBef>
              <a:defRPr lang="fr-FR" sz="1800"/>
            </a:lvl4pPr>
            <a:lvl5pPr indent="-283464">
              <a:spcBef>
                <a:spcPts val="1000"/>
              </a:spcBef>
              <a:defRPr lang="fr-FR" sz="1800"/>
            </a:lvl5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31" name="Espace réservé d’image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rtlCol="0">
            <a:noAutofit/>
          </a:bodyPr>
          <a:lstStyle>
            <a:lvl1pPr marL="0" indent="0">
              <a:buNone/>
              <a:defRPr lang="fr-FR" sz="1800"/>
            </a:lvl1pPr>
          </a:lstStyle>
          <a:p>
            <a:pPr lvl="0" rtl="0"/>
            <a:r>
              <a:rPr lang="fr-FR"/>
              <a:t>Cliquez ici pour ajouter une image.</a:t>
            </a:r>
          </a:p>
        </p:txBody>
      </p:sp>
      <p:grpSp>
        <p:nvGrpSpPr>
          <p:cNvPr id="32" name="Groupe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Forme 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fr-FR"/>
              </a:defPPr>
            </a:lstStyle>
            <a:p>
              <a:pPr lvl="0" rtl="0"/>
              <a:endParaRPr lang="fr-FR" dirty="0"/>
            </a:p>
          </p:txBody>
        </p:sp>
        <p:sp>
          <p:nvSpPr>
            <p:cNvPr id="21" name="Forme libre : Forme 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fr-FR"/>
              </a:defPPr>
            </a:lstStyle>
            <a:p>
              <a:pPr lvl="0" rtl="0"/>
              <a:endParaRPr lang="fr-FR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Forme 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fr-FR"/>
              </a:defPPr>
            </a:lstStyle>
            <a:p>
              <a:pPr lvl="0" rtl="0"/>
              <a:endParaRPr lang="fr-FR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 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44" name="Espace réservé du numéro de diapositive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fr-F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ésumé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rme libre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26" name="Image 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14" name="Forme libre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pic>
        <p:nvPicPr>
          <p:cNvPr id="21" name="Image 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orme libre 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fr-FR" sz="3600" b="1"/>
            </a:lvl1pPr>
          </a:lstStyle>
          <a:p>
            <a:pPr rtl="0"/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0" name="Espace réservé du contenu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fr-FR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fr-FR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fr-FR" sz="2400"/>
            </a:lvl3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</p:txBody>
      </p:sp>
      <p:sp>
        <p:nvSpPr>
          <p:cNvPr id="10" name="Espace réservé d’image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 rtlCol="0">
            <a:normAutofit/>
          </a:bodyPr>
          <a:lstStyle>
            <a:lvl1pPr marL="0" indent="0">
              <a:buNone/>
              <a:defRPr lang="fr-FR" sz="1800"/>
            </a:lvl1pPr>
          </a:lstStyle>
          <a:p>
            <a:pPr rtl="0"/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20" name="Espace réservé du numéro de diapositive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fr-F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ronologi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rme libre 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/>
          </a:p>
        </p:txBody>
      </p:sp>
      <p:sp>
        <p:nvSpPr>
          <p:cNvPr id="10" name="Forme libre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30" name="Image 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 rtlCol="0"/>
          <a:lstStyle>
            <a:lvl1pPr algn="l">
              <a:lnSpc>
                <a:spcPct val="100000"/>
              </a:lnSpc>
              <a:defRPr lang="fr-FR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4" name="Espace réservé du texte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rtlCol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fr-FR" sz="1800"/>
            </a:lvl1pPr>
          </a:lstStyle>
          <a:p>
            <a:pPr rtl="0"/>
            <a:r>
              <a:rPr lang="fr-FR"/>
              <a:t>Cliquez pour ajouter un sous-titre</a:t>
            </a:r>
          </a:p>
        </p:txBody>
      </p:sp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 rtlCol="0">
            <a:normAutofit/>
          </a:bodyPr>
          <a:lstStyle>
            <a:lvl1pPr>
              <a:defRPr lang="fr-FR" sz="1800"/>
            </a:lvl1pPr>
            <a:lvl2pPr>
              <a:defRPr lang="fr-FR" sz="1800"/>
            </a:lvl2pPr>
            <a:lvl3pPr>
              <a:defRPr lang="fr-FR" sz="1800"/>
            </a:lvl3pPr>
            <a:lvl4pPr>
              <a:defRPr lang="fr-FR" sz="1800"/>
            </a:lvl4pPr>
            <a:lvl5pPr>
              <a:defRPr lang="fr-FR" sz="1800"/>
            </a:lvl5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20" name="Espace réservé du numéro de diapositive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fr-F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ésumé 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sme 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fr-FR" sz="3600" b="1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49" name="Forme libre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16" name="Espace réservé du contenu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fr-FR" sz="1800"/>
            </a:lvl1pPr>
            <a:lvl2pPr>
              <a:spcBef>
                <a:spcPts val="1000"/>
              </a:spcBef>
              <a:defRPr lang="fr-FR" sz="1800"/>
            </a:lvl2pPr>
            <a:lvl3pPr>
              <a:spcBef>
                <a:spcPts val="1000"/>
              </a:spcBef>
              <a:defRPr lang="fr-FR" sz="1800"/>
            </a:lvl3pPr>
            <a:lvl4pPr>
              <a:spcBef>
                <a:spcPts val="1000"/>
              </a:spcBef>
              <a:defRPr lang="fr-FR" sz="1800"/>
            </a:lvl4pPr>
            <a:lvl5pPr>
              <a:spcBef>
                <a:spcPts val="1000"/>
              </a:spcBef>
              <a:defRPr lang="fr-FR" sz="1800"/>
            </a:lvl5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8" name="Espace réservé du contenu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fr-FR" sz="1800"/>
            </a:lvl1pPr>
            <a:lvl2pPr>
              <a:spcBef>
                <a:spcPts val="1000"/>
              </a:spcBef>
              <a:defRPr lang="fr-FR" sz="1800"/>
            </a:lvl2pPr>
            <a:lvl3pPr>
              <a:spcBef>
                <a:spcPts val="1000"/>
              </a:spcBef>
              <a:defRPr lang="fr-FR" sz="1800"/>
            </a:lvl3pPr>
            <a:lvl4pPr>
              <a:spcBef>
                <a:spcPts val="1000"/>
              </a:spcBef>
              <a:defRPr lang="fr-FR" sz="1800"/>
            </a:lvl4pPr>
            <a:lvl5pPr>
              <a:spcBef>
                <a:spcPts val="1000"/>
              </a:spcBef>
              <a:defRPr lang="fr-FR" sz="1800"/>
            </a:lvl5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27" name="Espace réservé du numéro de diapositive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fr-F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fr-FR" smtClean="0"/>
              <a:pPr/>
              <a:t>‹N°›</a:t>
            </a:fld>
            <a:endParaRPr lang="fr-FR" dirty="0"/>
          </a:p>
        </p:txBody>
      </p:sp>
      <p:pic>
        <p:nvPicPr>
          <p:cNvPr id="43" name="Graphisme 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sme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 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ronologie 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algn="ctr" rtl="0"/>
            <a:endParaRPr lang="fr-FR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sz="160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 rtlCol="0"/>
          <a:lstStyle>
            <a:lvl1pPr algn="ctr">
              <a:lnSpc>
                <a:spcPct val="100000"/>
              </a:lnSpc>
              <a:defRPr lang="fr-FR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14" name="Espace réservé du contenu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 rtlCol="0">
            <a:normAutofit/>
          </a:bodyPr>
          <a:lstStyle>
            <a:lvl1pPr>
              <a:spcBef>
                <a:spcPts val="1000"/>
              </a:spcBef>
              <a:defRPr lang="fr-FR" sz="1800"/>
            </a:lvl1pPr>
            <a:lvl2pPr>
              <a:spcBef>
                <a:spcPts val="1000"/>
              </a:spcBef>
              <a:defRPr lang="fr-FR" sz="1800"/>
            </a:lvl2pPr>
            <a:lvl3pPr>
              <a:spcBef>
                <a:spcPts val="1000"/>
              </a:spcBef>
              <a:defRPr lang="fr-FR" sz="1800"/>
            </a:lvl3pPr>
            <a:lvl4pPr>
              <a:spcBef>
                <a:spcPts val="1000"/>
              </a:spcBef>
              <a:defRPr lang="fr-FR" sz="1800"/>
            </a:lvl4pPr>
            <a:lvl5pPr>
              <a:spcBef>
                <a:spcPts val="1000"/>
              </a:spcBef>
              <a:defRPr lang="fr-FR" sz="1800"/>
            </a:lvl5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6" name="Espace réservé du numéro de diapositive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fr-F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ôtur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Forme 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9" name="Forme libre : Forme 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pic>
        <p:nvPicPr>
          <p:cNvPr id="9" name="Image 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rtlCol="0" anchor="b" anchorCtr="0">
            <a:noAutofit/>
          </a:bodyPr>
          <a:lstStyle>
            <a:lvl1pPr algn="l">
              <a:lnSpc>
                <a:spcPct val="100000"/>
              </a:lnSpc>
              <a:defRPr lang="fr-FR" sz="3600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6" name="Sous-titr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rtlCol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lang="fr-FR" sz="2400"/>
            </a:lvl1pPr>
            <a:lvl2pPr marL="457200" indent="0" algn="ctr">
              <a:buNone/>
              <a:defRPr lang="fr-FR" sz="2000"/>
            </a:lvl2pPr>
            <a:lvl3pPr marL="914400" indent="0" algn="ctr">
              <a:buNone/>
              <a:defRPr lang="fr-FR" sz="1800"/>
            </a:lvl3pPr>
            <a:lvl4pPr marL="1371600" indent="0" algn="ctr">
              <a:buNone/>
              <a:defRPr lang="fr-FR" sz="1600"/>
            </a:lvl4pPr>
            <a:lvl5pPr marL="1828800" indent="0" algn="ctr">
              <a:buNone/>
              <a:defRPr lang="fr-FR" sz="1600"/>
            </a:lvl5pPr>
            <a:lvl6pPr marL="2286000" indent="0" algn="ctr">
              <a:buNone/>
              <a:defRPr lang="fr-FR" sz="1600"/>
            </a:lvl6pPr>
            <a:lvl7pPr marL="2743200" indent="0" algn="ctr">
              <a:buNone/>
              <a:defRPr lang="fr-FR" sz="1600"/>
            </a:lvl7pPr>
            <a:lvl8pPr marL="3200400" indent="0" algn="ctr">
              <a:buNone/>
              <a:defRPr lang="fr-FR" sz="1600"/>
            </a:lvl8pPr>
            <a:lvl9pPr marL="3657600" indent="0" algn="ctr">
              <a:buNone/>
              <a:defRPr lang="fr-FR" sz="1600"/>
            </a:lvl9pPr>
          </a:lstStyle>
          <a:p>
            <a:pPr rtl="0"/>
            <a:r>
              <a:rPr lang="fr-FR"/>
              <a:t>Cliquez pour ajouter un sous-titre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e libre : Forme 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9" name="Forme libre : Forme 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 rtlCol="0" anchor="ctr" anchorCtr="0"/>
          <a:lstStyle>
            <a:defPPr>
              <a:defRPr lang="fr-FR"/>
            </a:def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fr-FR">
                <a:latin typeface="+mn-lt"/>
              </a:defRPr>
            </a:lvl1pPr>
          </a:lstStyle>
          <a:p>
            <a:pPr rtl="0"/>
            <a:fld id="{48F63A3B-78C7-47BE-AE5E-E10140E0464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rme libre : Form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8" name="Forme libre : Forme 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fr-FR">
                <a:latin typeface="+mn-lt"/>
              </a:defRPr>
            </a:lvl1pPr>
          </a:lstStyle>
          <a:p>
            <a:pPr rtl="0"/>
            <a:fld id="{48F63A3B-78C7-47BE-AE5E-E10140E0464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Forme 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rtlCol="0" anchor="b"/>
          <a:lstStyle>
            <a:lvl1pPr>
              <a:lnSpc>
                <a:spcPct val="100000"/>
              </a:lnSpc>
              <a:defRPr lang="fr-FR" sz="3200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fr-FR">
                <a:latin typeface="+mn-lt"/>
              </a:defRPr>
            </a:lvl1pPr>
          </a:lstStyle>
          <a:p>
            <a:pPr rtl="0"/>
            <a:fld id="{48F63A3B-78C7-47BE-AE5E-E10140E0464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 rtlCol="0"/>
          <a:lstStyle>
            <a:lvl1pPr marL="0" indent="0">
              <a:buNone/>
              <a:defRPr lang="fr-FR" sz="1600"/>
            </a:lvl1pPr>
            <a:lvl2pPr marL="457200" indent="0">
              <a:buNone/>
              <a:defRPr lang="fr-FR" sz="1400"/>
            </a:lvl2pPr>
            <a:lvl3pPr marL="914400" indent="0">
              <a:buNone/>
              <a:defRPr lang="fr-FR" sz="1200"/>
            </a:lvl3pPr>
            <a:lvl4pPr marL="1371600" indent="0">
              <a:buNone/>
              <a:defRPr lang="fr-FR" sz="1000"/>
            </a:lvl4pPr>
            <a:lvl5pPr marL="1828800" indent="0">
              <a:buNone/>
              <a:defRPr lang="fr-FR" sz="1000"/>
            </a:lvl5pPr>
            <a:lvl6pPr marL="2286000" indent="0">
              <a:buNone/>
              <a:defRPr lang="fr-FR" sz="1000"/>
            </a:lvl6pPr>
            <a:lvl7pPr marL="2743200" indent="0">
              <a:buNone/>
              <a:defRPr lang="fr-FR" sz="1000"/>
            </a:lvl7pPr>
            <a:lvl8pPr marL="3200400" indent="0">
              <a:buNone/>
              <a:defRPr lang="fr-FR" sz="1000"/>
            </a:lvl8pPr>
            <a:lvl9pPr marL="3657600" indent="0">
              <a:buNone/>
              <a:defRPr lang="fr-FR" sz="1000"/>
            </a:lvl9pPr>
          </a:lstStyle>
          <a:p>
            <a:pPr lvl="0" rtl="0"/>
            <a:r>
              <a:rPr lang="fr-FR"/>
              <a:t>Cliquer pour ajouter du texte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 rtlCol="0"/>
          <a:lstStyle>
            <a:lvl1pPr>
              <a:defRPr lang="fr-FR" sz="3200"/>
            </a:lvl1pPr>
            <a:lvl2pPr>
              <a:defRPr lang="fr-FR" sz="2800"/>
            </a:lvl2pPr>
            <a:lvl3pPr>
              <a:defRPr lang="fr-FR" sz="2400"/>
            </a:lvl3pPr>
            <a:lvl4pPr>
              <a:defRPr lang="fr-FR" sz="2000"/>
            </a:lvl4pPr>
            <a:lvl5pPr>
              <a:defRPr lang="fr-FR" sz="2000"/>
            </a:lvl5pPr>
            <a:lvl6pPr>
              <a:defRPr lang="fr-FR" sz="2000"/>
            </a:lvl6pPr>
            <a:lvl7pPr>
              <a:defRPr lang="fr-FR" sz="2000"/>
            </a:lvl7pPr>
            <a:lvl8pPr>
              <a:defRPr lang="fr-FR" sz="2000"/>
            </a:lvl8pPr>
            <a:lvl9pPr>
              <a:defRPr lang="fr-FR" sz="2000"/>
            </a:lvl9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Forme 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rtlCol="0" anchor="b"/>
          <a:lstStyle>
            <a:lvl1pPr>
              <a:lnSpc>
                <a:spcPct val="100000"/>
              </a:lnSpc>
              <a:defRPr lang="fr-FR" sz="3200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fr-FR">
                <a:latin typeface="+mn-lt"/>
              </a:defRPr>
            </a:lvl1pPr>
          </a:lstStyle>
          <a:p>
            <a:pPr rtl="0"/>
            <a:fld id="{48F63A3B-78C7-47BE-AE5E-E10140E0464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 rtlCol="0"/>
          <a:lstStyle>
            <a:lvl1pPr marL="0" indent="0">
              <a:buNone/>
              <a:defRPr lang="fr-FR" sz="1600"/>
            </a:lvl1pPr>
            <a:lvl2pPr marL="457200" indent="0">
              <a:buNone/>
              <a:defRPr lang="fr-FR" sz="1400"/>
            </a:lvl2pPr>
            <a:lvl3pPr marL="914400" indent="0">
              <a:buNone/>
              <a:defRPr lang="fr-FR" sz="1200"/>
            </a:lvl3pPr>
            <a:lvl4pPr marL="1371600" indent="0">
              <a:buNone/>
              <a:defRPr lang="fr-FR" sz="1000"/>
            </a:lvl4pPr>
            <a:lvl5pPr marL="1828800" indent="0">
              <a:buNone/>
              <a:defRPr lang="fr-FR" sz="1000"/>
            </a:lvl5pPr>
            <a:lvl6pPr marL="2286000" indent="0">
              <a:buNone/>
              <a:defRPr lang="fr-FR" sz="1000"/>
            </a:lvl6pPr>
            <a:lvl7pPr marL="2743200" indent="0">
              <a:buNone/>
              <a:defRPr lang="fr-FR" sz="1000"/>
            </a:lvl7pPr>
            <a:lvl8pPr marL="3200400" indent="0">
              <a:buNone/>
              <a:defRPr lang="fr-FR" sz="1000"/>
            </a:lvl8pPr>
            <a:lvl9pPr marL="3657600" indent="0">
              <a:buNone/>
              <a:defRPr lang="fr-FR" sz="1000"/>
            </a:lvl9pPr>
          </a:lstStyle>
          <a:p>
            <a:pPr lvl="0" rtl="0"/>
            <a:r>
              <a:rPr lang="fr-FR"/>
              <a:t>Cliquer pour ajouter du texte</a:t>
            </a:r>
          </a:p>
        </p:txBody>
      </p:sp>
      <p:sp>
        <p:nvSpPr>
          <p:cNvPr id="3" name="Espace réservé d’image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lang="fr-FR" sz="2800"/>
            </a:lvl1pPr>
            <a:lvl2pPr marL="457200" indent="0">
              <a:buNone/>
              <a:defRPr lang="fr-FR" sz="2800"/>
            </a:lvl2pPr>
            <a:lvl3pPr marL="914400" indent="0">
              <a:buNone/>
              <a:defRPr lang="fr-FR" sz="2400"/>
            </a:lvl3pPr>
            <a:lvl4pPr marL="1371600" indent="0">
              <a:buNone/>
              <a:defRPr lang="fr-FR" sz="2000"/>
            </a:lvl4pPr>
            <a:lvl5pPr marL="1828800" indent="0">
              <a:buNone/>
              <a:defRPr lang="fr-FR" sz="2000"/>
            </a:lvl5pPr>
            <a:lvl6pPr marL="2286000" indent="0">
              <a:buNone/>
              <a:defRPr lang="fr-FR" sz="2000"/>
            </a:lvl6pPr>
            <a:lvl7pPr marL="2743200" indent="0">
              <a:buNone/>
              <a:defRPr lang="fr-FR" sz="2000"/>
            </a:lvl7pPr>
            <a:lvl8pPr marL="3200400" indent="0">
              <a:buNone/>
              <a:defRPr lang="fr-FR" sz="2000"/>
            </a:lvl8pPr>
            <a:lvl9pPr marL="3657600" indent="0">
              <a:buNone/>
              <a:defRPr lang="fr-FR" sz="2000"/>
            </a:lvl9pPr>
          </a:lstStyle>
          <a:p>
            <a:pPr rtl="0"/>
            <a:r>
              <a:rPr lang="fr-FR"/>
              <a:t>Cliquez ici pour ajouter une image.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lang="fr-FR"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rtl="0"/>
            <a:fld id="{48F63A3B-78C7-47BE-AE5E-E10140E0464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defPPr>
              <a:defRPr lang="fr-FR"/>
            </a:defPPr>
          </a:lstStyle>
          <a:p>
            <a:pPr rtl="0"/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fr-FR"/>
            </a:defPPr>
          </a:lstStyle>
          <a:p>
            <a:pPr lvl="0" rtl="0"/>
            <a:r>
              <a:rPr lang="fr-FR"/>
              <a:t>Modifiez les styles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lang="fr-FR"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fr-FR"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fr-FR"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fr-FR"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fr-FR"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fr-FR"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22931" y="810227"/>
            <a:ext cx="5746140" cy="3831221"/>
          </a:xfrm>
        </p:spPr>
        <p:txBody>
          <a:bodyPr rtlCol="0" anchor="ctr"/>
          <a:lstStyle>
            <a:defPPr>
              <a:defRPr lang="fr-FR"/>
            </a:defPPr>
          </a:lstStyle>
          <a:p>
            <a:pPr rtl="0"/>
            <a:r>
              <a:rPr lang="fr-FR" dirty="0"/>
              <a:t>Présentation  Dora</a:t>
            </a: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08360B-54D9-C5A6-9F58-B10E23495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6583680" cy="1531357"/>
          </a:xfrm>
        </p:spPr>
        <p:txBody>
          <a:bodyPr anchor="b">
            <a:normAutofit/>
          </a:bodyPr>
          <a:lstStyle/>
          <a:p>
            <a:r>
              <a:rPr lang="fr-FR"/>
              <a:t>Agenda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A732017-DA8C-1362-84AD-43854D8C99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48F63A3B-78C7-47BE-AE5E-E10140E04643}" type="slidenum">
              <a:rPr lang="fr-FR" smtClean="0"/>
              <a:pPr rtl="0">
                <a:spcAft>
                  <a:spcPts val="600"/>
                </a:spcAft>
              </a:pPr>
              <a:t>2</a:t>
            </a:fld>
            <a:endParaRPr lang="fr-FR"/>
          </a:p>
        </p:txBody>
      </p:sp>
      <p:graphicFrame>
        <p:nvGraphicFramePr>
          <p:cNvPr id="6" name="Espace réservé du contenu 5">
            <a:extLst>
              <a:ext uri="{FF2B5EF4-FFF2-40B4-BE49-F238E27FC236}">
                <a16:creationId xmlns:a16="http://schemas.microsoft.com/office/drawing/2014/main" id="{D7783061-485C-5239-C45C-74AD096741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85412126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StackedSequentialRowTable"/>
                  </p202:designTagLst>
                </p202:designPr>
              </p:ext>
            </p:extLst>
          </p:nvPr>
        </p:nvGraphicFramePr>
        <p:xfrm>
          <a:off x="914400" y="3369296"/>
          <a:ext cx="6583681" cy="1282821"/>
        </p:xfrm>
        <a:graphic>
          <a:graphicData uri="http://schemas.openxmlformats.org/drawingml/2006/table">
            <a:tbl>
              <a:tblPr bandRow="1">
                <a:tableStyleId>{3B4B98B0-60AC-42C2-AFA5-B58CD77FA1E5}</a:tableStyleId>
              </a:tblPr>
              <a:tblGrid>
                <a:gridCol w="1488487">
                  <a:extLst>
                    <a:ext uri="{9D8B030D-6E8A-4147-A177-3AD203B41FA5}">
                      <a16:colId xmlns:a16="http://schemas.microsoft.com/office/drawing/2014/main" val="2419698359"/>
                    </a:ext>
                  </a:extLst>
                </a:gridCol>
                <a:gridCol w="5095194">
                  <a:extLst>
                    <a:ext uri="{9D8B030D-6E8A-4147-A177-3AD203B41FA5}">
                      <a16:colId xmlns:a16="http://schemas.microsoft.com/office/drawing/2014/main" val="4194665229"/>
                    </a:ext>
                  </a:extLst>
                </a:gridCol>
              </a:tblGrid>
              <a:tr h="4276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900" dirty="0"/>
                        <a:t>01</a:t>
                      </a:r>
                    </a:p>
                  </a:txBody>
                  <a:tcPr marL="97183" marR="97183" marT="48592" marB="485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900" dirty="0"/>
                        <a:t>Ingestion des données</a:t>
                      </a:r>
                    </a:p>
                  </a:txBody>
                  <a:tcPr marL="97183" marR="97183" marT="48592" marB="485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4849222"/>
                  </a:ext>
                </a:extLst>
              </a:tr>
              <a:tr h="4276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900"/>
                        <a:t>02</a:t>
                      </a:r>
                    </a:p>
                  </a:txBody>
                  <a:tcPr marL="97183" marR="97183" marT="48592" marB="485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900" dirty="0"/>
                        <a:t>CI/CD: </a:t>
                      </a:r>
                      <a:r>
                        <a:rPr lang="fr-FR" sz="1900" dirty="0" err="1"/>
                        <a:t>Github</a:t>
                      </a:r>
                      <a:r>
                        <a:rPr lang="fr-FR" sz="1900" dirty="0"/>
                        <a:t> Actions</a:t>
                      </a:r>
                    </a:p>
                  </a:txBody>
                  <a:tcPr marL="97183" marR="97183" marT="48592" marB="485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0174184"/>
                  </a:ext>
                </a:extLst>
              </a:tr>
              <a:tr h="4276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900"/>
                        <a:t>03</a:t>
                      </a:r>
                    </a:p>
                  </a:txBody>
                  <a:tcPr marL="97183" marR="97183" marT="48592" marB="485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900" dirty="0"/>
                        <a:t>Monitoring </a:t>
                      </a:r>
                      <a:r>
                        <a:rPr lang="fr-FR" sz="1900" dirty="0" err="1"/>
                        <a:t>Grafana</a:t>
                      </a:r>
                      <a:endParaRPr lang="fr-FR" sz="1900" dirty="0"/>
                    </a:p>
                  </a:txBody>
                  <a:tcPr marL="97183" marR="97183" marT="48592" marB="485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38147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90035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1D601E97-8509-CD0A-6869-550BB52BE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8F63A3B-78C7-47BE-AE5E-E10140E04643}" type="slidenum">
              <a:rPr lang="fr-FR" smtClean="0"/>
              <a:pPr rtl="0"/>
              <a:t>3</a:t>
            </a:fld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E7DDD93-D5B2-920D-126C-F217100C0437}"/>
              </a:ext>
            </a:extLst>
          </p:cNvPr>
          <p:cNvSpPr txBox="1"/>
          <p:nvPr/>
        </p:nvSpPr>
        <p:spPr>
          <a:xfrm>
            <a:off x="299794" y="2020470"/>
            <a:ext cx="17563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venir Next LT Pro" panose="020F0502020204030204" pitchFamily="34" charset="0"/>
              </a:rPr>
              <a:t>API (</a:t>
            </a:r>
            <a:r>
              <a:rPr lang="fr-FR" dirty="0" err="1">
                <a:latin typeface="Avenir Next LT Pro" panose="020F0502020204030204" pitchFamily="34" charset="0"/>
              </a:rPr>
              <a:t>Foursquare</a:t>
            </a:r>
            <a:r>
              <a:rPr lang="fr-FR" dirty="0">
                <a:latin typeface="Avenir Next LT Pro" panose="020F0502020204030204" pitchFamily="34" charset="0"/>
              </a:rPr>
              <a:t>)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24AF46EA-DB09-5BB5-AFF8-E4C7466DF3D8}"/>
              </a:ext>
            </a:extLst>
          </p:cNvPr>
          <p:cNvSpPr txBox="1"/>
          <p:nvPr/>
        </p:nvSpPr>
        <p:spPr>
          <a:xfrm>
            <a:off x="4048550" y="2090348"/>
            <a:ext cx="19768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latin typeface="Avenir Next LT Pro" panose="020F0502020204030204" pitchFamily="34" charset="0"/>
              </a:rPr>
              <a:t>Base de données </a:t>
            </a:r>
          </a:p>
          <a:p>
            <a:pPr algn="ctr"/>
            <a:r>
              <a:rPr lang="fr-FR" dirty="0">
                <a:latin typeface="Avenir Next LT Pro" panose="020F0502020204030204" pitchFamily="34" charset="0"/>
              </a:rPr>
              <a:t>(MySQL)</a:t>
            </a:r>
          </a:p>
        </p:txBody>
      </p:sp>
      <p:grpSp>
        <p:nvGrpSpPr>
          <p:cNvPr id="38" name="Groupe 37">
            <a:extLst>
              <a:ext uri="{FF2B5EF4-FFF2-40B4-BE49-F238E27FC236}">
                <a16:creationId xmlns:a16="http://schemas.microsoft.com/office/drawing/2014/main" id="{8CA1DA33-BF58-F01D-4B6A-7B2EB54D6857}"/>
              </a:ext>
            </a:extLst>
          </p:cNvPr>
          <p:cNvGrpSpPr/>
          <p:nvPr/>
        </p:nvGrpSpPr>
        <p:grpSpPr>
          <a:xfrm>
            <a:off x="3883860" y="3016022"/>
            <a:ext cx="2796327" cy="2366273"/>
            <a:chOff x="2919465" y="2274073"/>
            <a:chExt cx="2796327" cy="2366273"/>
          </a:xfrm>
        </p:grpSpPr>
        <p:pic>
          <p:nvPicPr>
            <p:cNvPr id="37" name="Image 36">
              <a:extLst>
                <a:ext uri="{FF2B5EF4-FFF2-40B4-BE49-F238E27FC236}">
                  <a16:creationId xmlns:a16="http://schemas.microsoft.com/office/drawing/2014/main" id="{0EAF7492-8291-9A14-95E1-284116D163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19465" y="2274073"/>
              <a:ext cx="2180698" cy="2180698"/>
            </a:xfrm>
            <a:prstGeom prst="rect">
              <a:avLst/>
            </a:prstGeom>
          </p:spPr>
        </p:pic>
        <p:pic>
          <p:nvPicPr>
            <p:cNvPr id="8" name="Image 7">
              <a:extLst>
                <a:ext uri="{FF2B5EF4-FFF2-40B4-BE49-F238E27FC236}">
                  <a16:creationId xmlns:a16="http://schemas.microsoft.com/office/drawing/2014/main" id="{D8AE8A2B-21EA-E3A8-BEBC-87234F0AEC4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91526" y="3954376"/>
              <a:ext cx="1324266" cy="685970"/>
            </a:xfrm>
            <a:prstGeom prst="rect">
              <a:avLst/>
            </a:prstGeom>
          </p:spPr>
        </p:pic>
      </p:grpSp>
      <p:grpSp>
        <p:nvGrpSpPr>
          <p:cNvPr id="46" name="Groupe 45">
            <a:extLst>
              <a:ext uri="{FF2B5EF4-FFF2-40B4-BE49-F238E27FC236}">
                <a16:creationId xmlns:a16="http://schemas.microsoft.com/office/drawing/2014/main" id="{A244308E-8545-82C3-9DAD-E19F23802FE4}"/>
              </a:ext>
            </a:extLst>
          </p:cNvPr>
          <p:cNvGrpSpPr/>
          <p:nvPr/>
        </p:nvGrpSpPr>
        <p:grpSpPr>
          <a:xfrm>
            <a:off x="635616" y="2720945"/>
            <a:ext cx="1409357" cy="3360491"/>
            <a:chOff x="351852" y="1599262"/>
            <a:chExt cx="1409357" cy="3360491"/>
          </a:xfrm>
        </p:grpSpPr>
        <p:sp>
          <p:nvSpPr>
            <p:cNvPr id="45" name="Rectangle : coins arrondis 44">
              <a:extLst>
                <a:ext uri="{FF2B5EF4-FFF2-40B4-BE49-F238E27FC236}">
                  <a16:creationId xmlns:a16="http://schemas.microsoft.com/office/drawing/2014/main" id="{E6FF437D-8FF7-32F1-D04E-5EA024BE94B7}"/>
                </a:ext>
              </a:extLst>
            </p:cNvPr>
            <p:cNvSpPr/>
            <p:nvPr/>
          </p:nvSpPr>
          <p:spPr>
            <a:xfrm>
              <a:off x="351852" y="1599262"/>
              <a:ext cx="1049572" cy="2950104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4" name="Graphique 3">
              <a:extLst>
                <a:ext uri="{FF2B5EF4-FFF2-40B4-BE49-F238E27FC236}">
                  <a16:creationId xmlns:a16="http://schemas.microsoft.com/office/drawing/2014/main" id="{790E906D-5A23-E391-2122-70115BF8406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84824" y="4383368"/>
              <a:ext cx="576385" cy="576385"/>
            </a:xfrm>
            <a:prstGeom prst="rect">
              <a:avLst/>
            </a:prstGeom>
          </p:spPr>
        </p:pic>
        <p:pic>
          <p:nvPicPr>
            <p:cNvPr id="40" name="Image 39">
              <a:extLst>
                <a:ext uri="{FF2B5EF4-FFF2-40B4-BE49-F238E27FC236}">
                  <a16:creationId xmlns:a16="http://schemas.microsoft.com/office/drawing/2014/main" id="{FD6333E9-B9BA-0475-6FA9-4022FE1B0DA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63164" y="1784609"/>
              <a:ext cx="628671" cy="628671"/>
            </a:xfrm>
            <a:prstGeom prst="rect">
              <a:avLst/>
            </a:prstGeom>
          </p:spPr>
        </p:pic>
        <p:pic>
          <p:nvPicPr>
            <p:cNvPr id="42" name="Image 41">
              <a:extLst>
                <a:ext uri="{FF2B5EF4-FFF2-40B4-BE49-F238E27FC236}">
                  <a16:creationId xmlns:a16="http://schemas.microsoft.com/office/drawing/2014/main" id="{A0E3FC04-187F-B016-8A89-30C0D8710AC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62303" y="2732907"/>
              <a:ext cx="628671" cy="628671"/>
            </a:xfrm>
            <a:prstGeom prst="rect">
              <a:avLst/>
            </a:prstGeom>
          </p:spPr>
        </p:pic>
        <p:pic>
          <p:nvPicPr>
            <p:cNvPr id="44" name="Image 43">
              <a:extLst>
                <a:ext uri="{FF2B5EF4-FFF2-40B4-BE49-F238E27FC236}">
                  <a16:creationId xmlns:a16="http://schemas.microsoft.com/office/drawing/2014/main" id="{756E8A04-B9B0-EBB7-6199-5A65D12F3E2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63164" y="3681204"/>
              <a:ext cx="628671" cy="628671"/>
            </a:xfrm>
            <a:prstGeom prst="rect">
              <a:avLst/>
            </a:prstGeom>
          </p:spPr>
        </p:pic>
      </p:grpSp>
      <p:grpSp>
        <p:nvGrpSpPr>
          <p:cNvPr id="47" name="Groupe 46">
            <a:extLst>
              <a:ext uri="{FF2B5EF4-FFF2-40B4-BE49-F238E27FC236}">
                <a16:creationId xmlns:a16="http://schemas.microsoft.com/office/drawing/2014/main" id="{54AE0625-901F-E1D5-AB79-F42BF43A1E96}"/>
              </a:ext>
            </a:extLst>
          </p:cNvPr>
          <p:cNvGrpSpPr/>
          <p:nvPr/>
        </p:nvGrpSpPr>
        <p:grpSpPr>
          <a:xfrm>
            <a:off x="8644580" y="2256463"/>
            <a:ext cx="3123349" cy="3980678"/>
            <a:chOff x="6913657" y="2011680"/>
            <a:chExt cx="3031558" cy="3980678"/>
          </a:xfrm>
        </p:grpSpPr>
        <p:grpSp>
          <p:nvGrpSpPr>
            <p:cNvPr id="33" name="Groupe 32">
              <a:extLst>
                <a:ext uri="{FF2B5EF4-FFF2-40B4-BE49-F238E27FC236}">
                  <a16:creationId xmlns:a16="http://schemas.microsoft.com/office/drawing/2014/main" id="{A56B9A97-D84B-9FDF-2F01-3FBD203406D0}"/>
                </a:ext>
              </a:extLst>
            </p:cNvPr>
            <p:cNvGrpSpPr/>
            <p:nvPr/>
          </p:nvGrpSpPr>
          <p:grpSpPr>
            <a:xfrm>
              <a:off x="6913657" y="2011680"/>
              <a:ext cx="2743200" cy="3776870"/>
              <a:chOff x="5830415" y="2011680"/>
              <a:chExt cx="2743200" cy="3776870"/>
            </a:xfrm>
          </p:grpSpPr>
          <p:grpSp>
            <p:nvGrpSpPr>
              <p:cNvPr id="32" name="Groupe 31">
                <a:extLst>
                  <a:ext uri="{FF2B5EF4-FFF2-40B4-BE49-F238E27FC236}">
                    <a16:creationId xmlns:a16="http://schemas.microsoft.com/office/drawing/2014/main" id="{4EE9C74C-FEC8-8FB9-83A5-E3EBC220631F}"/>
                  </a:ext>
                </a:extLst>
              </p:cNvPr>
              <p:cNvGrpSpPr/>
              <p:nvPr/>
            </p:nvGrpSpPr>
            <p:grpSpPr>
              <a:xfrm>
                <a:off x="5830415" y="2011680"/>
                <a:ext cx="2743200" cy="3776870"/>
                <a:chOff x="5830415" y="2011680"/>
                <a:chExt cx="2743200" cy="3776870"/>
              </a:xfrm>
            </p:grpSpPr>
            <p:sp>
              <p:nvSpPr>
                <p:cNvPr id="12" name="Organigramme : Alternative 11">
                  <a:extLst>
                    <a:ext uri="{FF2B5EF4-FFF2-40B4-BE49-F238E27FC236}">
                      <a16:creationId xmlns:a16="http://schemas.microsoft.com/office/drawing/2014/main" id="{3962D537-A37D-53EA-50B6-5047D4037F5C}"/>
                    </a:ext>
                  </a:extLst>
                </p:cNvPr>
                <p:cNvSpPr/>
                <p:nvPr/>
              </p:nvSpPr>
              <p:spPr>
                <a:xfrm>
                  <a:off x="5830415" y="2011680"/>
                  <a:ext cx="2743200" cy="3776870"/>
                </a:xfrm>
                <a:prstGeom prst="flowChartAlternateProcess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3" name="Organigramme : Alternative 12">
                  <a:extLst>
                    <a:ext uri="{FF2B5EF4-FFF2-40B4-BE49-F238E27FC236}">
                      <a16:creationId xmlns:a16="http://schemas.microsoft.com/office/drawing/2014/main" id="{4BA2EB6E-4689-07EA-36E9-D68E0081D4DC}"/>
                    </a:ext>
                  </a:extLst>
                </p:cNvPr>
                <p:cNvSpPr/>
                <p:nvPr/>
              </p:nvSpPr>
              <p:spPr>
                <a:xfrm>
                  <a:off x="6118773" y="2413280"/>
                  <a:ext cx="2166484" cy="560508"/>
                </a:xfrm>
                <a:prstGeom prst="flowChartAlternateProcess">
                  <a:avLst/>
                </a:prstGeom>
              </p:spPr>
              <p:style>
                <a:lnRef idx="2">
                  <a:schemeClr val="accent4">
                    <a:shade val="15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fr-FR" dirty="0">
                      <a:solidFill>
                        <a:schemeClr val="tx1"/>
                      </a:solidFill>
                      <a:latin typeface="Avenir Next LT Pro" panose="020F0502020204030204" pitchFamily="34" charset="0"/>
                    </a:rPr>
                    <a:t>    </a:t>
                  </a:r>
                </a:p>
              </p:txBody>
            </p:sp>
            <p:pic>
              <p:nvPicPr>
                <p:cNvPr id="15" name="Image 14">
                  <a:extLst>
                    <a:ext uri="{FF2B5EF4-FFF2-40B4-BE49-F238E27FC236}">
                      <a16:creationId xmlns:a16="http://schemas.microsoft.com/office/drawing/2014/main" id="{8FAD7D49-9985-4350-185E-4CF2C7CFE73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644163" y="2476162"/>
                  <a:ext cx="484569" cy="431707"/>
                </a:xfrm>
                <a:prstGeom prst="rect">
                  <a:avLst/>
                </a:prstGeom>
              </p:spPr>
            </p:pic>
            <p:sp>
              <p:nvSpPr>
                <p:cNvPr id="17" name="Organigramme : Alternative 16">
                  <a:extLst>
                    <a:ext uri="{FF2B5EF4-FFF2-40B4-BE49-F238E27FC236}">
                      <a16:creationId xmlns:a16="http://schemas.microsoft.com/office/drawing/2014/main" id="{7118071B-FC1D-5880-BA5A-59409C0FF69F}"/>
                    </a:ext>
                  </a:extLst>
                </p:cNvPr>
                <p:cNvSpPr/>
                <p:nvPr/>
              </p:nvSpPr>
              <p:spPr>
                <a:xfrm>
                  <a:off x="6118773" y="3183828"/>
                  <a:ext cx="2166484" cy="560508"/>
                </a:xfrm>
                <a:prstGeom prst="flowChartAlternateProcess">
                  <a:avLst/>
                </a:prstGeom>
              </p:spPr>
              <p:style>
                <a:lnRef idx="2">
                  <a:schemeClr val="accent4">
                    <a:shade val="15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r"/>
                  <a:r>
                    <a:rPr lang="fr-FR" dirty="0">
                      <a:solidFill>
                        <a:schemeClr val="tx1"/>
                      </a:solidFill>
                      <a:latin typeface="Avenir Next LT Pro" panose="020F0502020204030204" pitchFamily="34" charset="0"/>
                    </a:rPr>
                    <a:t>   </a:t>
                  </a:r>
                </a:p>
              </p:txBody>
            </p:sp>
            <p:sp>
              <p:nvSpPr>
                <p:cNvPr id="19" name="Organigramme : Alternative 18">
                  <a:extLst>
                    <a:ext uri="{FF2B5EF4-FFF2-40B4-BE49-F238E27FC236}">
                      <a16:creationId xmlns:a16="http://schemas.microsoft.com/office/drawing/2014/main" id="{D5949AEE-95DE-3786-2729-56C8FF42DA28}"/>
                    </a:ext>
                  </a:extLst>
                </p:cNvPr>
                <p:cNvSpPr/>
                <p:nvPr/>
              </p:nvSpPr>
              <p:spPr>
                <a:xfrm>
                  <a:off x="6118773" y="3954376"/>
                  <a:ext cx="2166484" cy="1508170"/>
                </a:xfrm>
                <a:prstGeom prst="flowChartAlternateProcess">
                  <a:avLst/>
                </a:prstGeom>
              </p:spPr>
              <p:style>
                <a:lnRef idx="2">
                  <a:schemeClr val="accent4">
                    <a:shade val="15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r>
                    <a:rPr lang="fr-FR" dirty="0">
                      <a:solidFill>
                        <a:schemeClr val="tx1"/>
                      </a:solidFill>
                      <a:latin typeface="Avenir Next LT Pro" panose="020F0502020204030204" pitchFamily="34" charset="0"/>
                    </a:rPr>
                    <a:t>App monitoring</a:t>
                  </a:r>
                </a:p>
              </p:txBody>
            </p:sp>
            <p:pic>
              <p:nvPicPr>
                <p:cNvPr id="25" name="Image 24">
                  <a:extLst>
                    <a:ext uri="{FF2B5EF4-FFF2-40B4-BE49-F238E27FC236}">
                      <a16:creationId xmlns:a16="http://schemas.microsoft.com/office/drawing/2014/main" id="{3BCBCBC2-432E-20D8-2520-ECCFB2478B7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369728" y="4549366"/>
                  <a:ext cx="533844" cy="546655"/>
                </a:xfrm>
                <a:prstGeom prst="rect">
                  <a:avLst/>
                </a:prstGeom>
              </p:spPr>
            </p:pic>
            <p:pic>
              <p:nvPicPr>
                <p:cNvPr id="27" name="Image 26">
                  <a:extLst>
                    <a:ext uri="{FF2B5EF4-FFF2-40B4-BE49-F238E27FC236}">
                      <a16:creationId xmlns:a16="http://schemas.microsoft.com/office/drawing/2014/main" id="{9635D3DE-070C-E721-9305-EF60494753D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445992" y="4536582"/>
                  <a:ext cx="563951" cy="559439"/>
                </a:xfrm>
                <a:prstGeom prst="rect">
                  <a:avLst/>
                </a:prstGeom>
              </p:spPr>
            </p:pic>
            <p:pic>
              <p:nvPicPr>
                <p:cNvPr id="29" name="Image 28">
                  <a:extLst>
                    <a:ext uri="{FF2B5EF4-FFF2-40B4-BE49-F238E27FC236}">
                      <a16:creationId xmlns:a16="http://schemas.microsoft.com/office/drawing/2014/main" id="{AB713D1C-FEAD-F9B2-D486-F5AC0611A54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645660" y="3239878"/>
                  <a:ext cx="405194" cy="405194"/>
                </a:xfrm>
                <a:prstGeom prst="rect">
                  <a:avLst/>
                </a:prstGeom>
              </p:spPr>
            </p:pic>
          </p:grpSp>
          <p:sp>
            <p:nvSpPr>
              <p:cNvPr id="30" name="ZoneTexte 29">
                <a:extLst>
                  <a:ext uri="{FF2B5EF4-FFF2-40B4-BE49-F238E27FC236}">
                    <a16:creationId xmlns:a16="http://schemas.microsoft.com/office/drawing/2014/main" id="{7C417ED5-370A-3C88-3E4E-C93FFCF8CB7A}"/>
                  </a:ext>
                </a:extLst>
              </p:cNvPr>
              <p:cNvSpPr txBox="1"/>
              <p:nvPr/>
            </p:nvSpPr>
            <p:spPr>
              <a:xfrm>
                <a:off x="6323996" y="3275740"/>
                <a:ext cx="11209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dirty="0">
                    <a:latin typeface="Avenir Next LT Pro" panose="020F0502020204030204" pitchFamily="34" charset="0"/>
                  </a:rPr>
                  <a:t>POI Reco</a:t>
                </a:r>
              </a:p>
            </p:txBody>
          </p:sp>
          <p:sp>
            <p:nvSpPr>
              <p:cNvPr id="31" name="ZoneTexte 30">
                <a:extLst>
                  <a:ext uri="{FF2B5EF4-FFF2-40B4-BE49-F238E27FC236}">
                    <a16:creationId xmlns:a16="http://schemas.microsoft.com/office/drawing/2014/main" id="{482E8186-CC03-52F8-4588-CC5B13B7762B}"/>
                  </a:ext>
                </a:extLst>
              </p:cNvPr>
              <p:cNvSpPr txBox="1"/>
              <p:nvPr/>
            </p:nvSpPr>
            <p:spPr>
              <a:xfrm>
                <a:off x="6281282" y="2508868"/>
                <a:ext cx="120635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dirty="0">
                    <a:latin typeface="Avenir Next LT Pro" panose="020F0502020204030204" pitchFamily="34" charset="0"/>
                  </a:rPr>
                  <a:t>Front App</a:t>
                </a:r>
                <a:endParaRPr lang="fr-FR" dirty="0"/>
              </a:p>
            </p:txBody>
          </p:sp>
        </p:grpSp>
        <p:pic>
          <p:nvPicPr>
            <p:cNvPr id="11" name="Image 10">
              <a:extLst>
                <a:ext uri="{FF2B5EF4-FFF2-40B4-BE49-F238E27FC236}">
                  <a16:creationId xmlns:a16="http://schemas.microsoft.com/office/drawing/2014/main" id="{48D1DE22-7EC0-D599-E7E2-C0DEAAFF978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9273065" y="5462546"/>
              <a:ext cx="672150" cy="529812"/>
            </a:xfrm>
            <a:prstGeom prst="rect">
              <a:avLst/>
            </a:prstGeom>
          </p:spPr>
        </p:pic>
      </p:grpSp>
      <p:sp>
        <p:nvSpPr>
          <p:cNvPr id="49" name="ZoneTexte 48">
            <a:extLst>
              <a:ext uri="{FF2B5EF4-FFF2-40B4-BE49-F238E27FC236}">
                <a16:creationId xmlns:a16="http://schemas.microsoft.com/office/drawing/2014/main" id="{A85630D3-60AC-27E3-0B13-BEDE10BDD929}"/>
              </a:ext>
            </a:extLst>
          </p:cNvPr>
          <p:cNvSpPr txBox="1"/>
          <p:nvPr/>
        </p:nvSpPr>
        <p:spPr>
          <a:xfrm>
            <a:off x="9555670" y="1839337"/>
            <a:ext cx="921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latin typeface="Avenir Next LT Pro" panose="020F0502020204030204" pitchFamily="34" charset="0"/>
              </a:rPr>
              <a:t>Docker</a:t>
            </a:r>
          </a:p>
        </p:txBody>
      </p:sp>
      <p:sp>
        <p:nvSpPr>
          <p:cNvPr id="50" name="Titre 1">
            <a:extLst>
              <a:ext uri="{FF2B5EF4-FFF2-40B4-BE49-F238E27FC236}">
                <a16:creationId xmlns:a16="http://schemas.microsoft.com/office/drawing/2014/main" id="{560281E4-9709-7B84-C824-7B2A72E8CE53}"/>
              </a:ext>
            </a:extLst>
          </p:cNvPr>
          <p:cNvSpPr txBox="1">
            <a:spLocks/>
          </p:cNvSpPr>
          <p:nvPr/>
        </p:nvSpPr>
        <p:spPr>
          <a:xfrm>
            <a:off x="2044973" y="242069"/>
            <a:ext cx="7796464" cy="930460"/>
          </a:xfrm>
          <a:prstGeom prst="rect">
            <a:avLst/>
          </a:prstGeom>
        </p:spPr>
        <p:txBody>
          <a:bodyPr rtlCol="0"/>
          <a:lstStyle>
            <a:defPPr>
              <a:defRPr lang="fr-FR"/>
            </a:defPPr>
            <a:lvl1pPr algn="ctr" defTabSz="914400" rtl="0" eaLnBrk="1" latinLnBrk="0" hangingPunct="1">
              <a:lnSpc>
                <a:spcPts val="4875"/>
              </a:lnSpc>
              <a:spcBef>
                <a:spcPct val="0"/>
              </a:spcBef>
              <a:buNone/>
              <a:defRPr lang="fr-FR" sz="38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Ingestion des données</a:t>
            </a:r>
          </a:p>
        </p:txBody>
      </p:sp>
      <p:sp>
        <p:nvSpPr>
          <p:cNvPr id="51" name="Flèche : droite 50">
            <a:extLst>
              <a:ext uri="{FF2B5EF4-FFF2-40B4-BE49-F238E27FC236}">
                <a16:creationId xmlns:a16="http://schemas.microsoft.com/office/drawing/2014/main" id="{D0DEA64E-28B1-98BD-5C89-9BDFC437A402}"/>
              </a:ext>
            </a:extLst>
          </p:cNvPr>
          <p:cNvSpPr/>
          <p:nvPr/>
        </p:nvSpPr>
        <p:spPr>
          <a:xfrm>
            <a:off x="2178453" y="3723390"/>
            <a:ext cx="1172592" cy="576385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57" name="Connecteur : en arc 56">
            <a:extLst>
              <a:ext uri="{FF2B5EF4-FFF2-40B4-BE49-F238E27FC236}">
                <a16:creationId xmlns:a16="http://schemas.microsoft.com/office/drawing/2014/main" id="{5F92482F-D82D-2FF2-9EC0-38EF3E12E129}"/>
              </a:ext>
            </a:extLst>
          </p:cNvPr>
          <p:cNvCxnSpPr>
            <a:cxnSpLocks/>
            <a:stCxn id="19" idx="3"/>
            <a:endCxn id="17" idx="3"/>
          </p:cNvCxnSpPr>
          <p:nvPr/>
        </p:nvCxnSpPr>
        <p:spPr>
          <a:xfrm flipV="1">
            <a:off x="11173751" y="3708865"/>
            <a:ext cx="12700" cy="1244379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0" name="Connecteur : en arc 59">
            <a:extLst>
              <a:ext uri="{FF2B5EF4-FFF2-40B4-BE49-F238E27FC236}">
                <a16:creationId xmlns:a16="http://schemas.microsoft.com/office/drawing/2014/main" id="{0D5AF8F5-3376-964E-2483-43566259920C}"/>
              </a:ext>
            </a:extLst>
          </p:cNvPr>
          <p:cNvCxnSpPr>
            <a:cxnSpLocks/>
            <a:stCxn id="19" idx="3"/>
            <a:endCxn id="13" idx="3"/>
          </p:cNvCxnSpPr>
          <p:nvPr/>
        </p:nvCxnSpPr>
        <p:spPr>
          <a:xfrm flipV="1">
            <a:off x="11173751" y="2938317"/>
            <a:ext cx="12700" cy="2014927"/>
          </a:xfrm>
          <a:prstGeom prst="curvedConnector3">
            <a:avLst>
              <a:gd name="adj1" fmla="val 2113047"/>
            </a:avLst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6" name="Connecteur droit avec flèche 75">
            <a:extLst>
              <a:ext uri="{FF2B5EF4-FFF2-40B4-BE49-F238E27FC236}">
                <a16:creationId xmlns:a16="http://schemas.microsoft.com/office/drawing/2014/main" id="{9F113DFF-78B8-B4F0-227D-778C60FDB6E8}"/>
              </a:ext>
            </a:extLst>
          </p:cNvPr>
          <p:cNvCxnSpPr>
            <a:stCxn id="37" idx="3"/>
            <a:endCxn id="37" idx="3"/>
          </p:cNvCxnSpPr>
          <p:nvPr/>
        </p:nvCxnSpPr>
        <p:spPr>
          <a:xfrm>
            <a:off x="6064558" y="4106371"/>
            <a:ext cx="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necteur droit avec flèche 77">
            <a:extLst>
              <a:ext uri="{FF2B5EF4-FFF2-40B4-BE49-F238E27FC236}">
                <a16:creationId xmlns:a16="http://schemas.microsoft.com/office/drawing/2014/main" id="{E79239AF-77AE-9077-EFDE-FBAA36279AF6}"/>
              </a:ext>
            </a:extLst>
          </p:cNvPr>
          <p:cNvCxnSpPr>
            <a:cxnSpLocks/>
            <a:stCxn id="37" idx="3"/>
            <a:endCxn id="13" idx="1"/>
          </p:cNvCxnSpPr>
          <p:nvPr/>
        </p:nvCxnSpPr>
        <p:spPr>
          <a:xfrm flipV="1">
            <a:off x="6064558" y="2938317"/>
            <a:ext cx="2877111" cy="11680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80" name="Connecteur droit avec flèche 79">
            <a:extLst>
              <a:ext uri="{FF2B5EF4-FFF2-40B4-BE49-F238E27FC236}">
                <a16:creationId xmlns:a16="http://schemas.microsoft.com/office/drawing/2014/main" id="{4516A967-E94F-99D1-5460-E21F42A28452}"/>
              </a:ext>
            </a:extLst>
          </p:cNvPr>
          <p:cNvCxnSpPr>
            <a:stCxn id="37" idx="3"/>
            <a:endCxn id="17" idx="1"/>
          </p:cNvCxnSpPr>
          <p:nvPr/>
        </p:nvCxnSpPr>
        <p:spPr>
          <a:xfrm flipV="1">
            <a:off x="6064558" y="3708865"/>
            <a:ext cx="2877111" cy="3975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393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E24D337-3834-718E-D15F-A94C7D479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173" y="-101579"/>
            <a:ext cx="10671048" cy="1362057"/>
          </a:xfrm>
        </p:spPr>
        <p:txBody>
          <a:bodyPr/>
          <a:lstStyle/>
          <a:p>
            <a:r>
              <a:rPr lang="fr-FR" dirty="0"/>
              <a:t>CI/CD: </a:t>
            </a:r>
            <a:r>
              <a:rPr lang="fr-FR" dirty="0" err="1"/>
              <a:t>Github</a:t>
            </a:r>
            <a:r>
              <a:rPr lang="fr-FR" dirty="0"/>
              <a:t> actions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8A6D4FCD-7BE5-A5DB-E2EC-EA52E4DCB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8F63A3B-78C7-47BE-AE5E-E10140E04643}" type="slidenum">
              <a:rPr lang="fr-FR" smtClean="0"/>
              <a:pPr rtl="0"/>
              <a:t>4</a:t>
            </a:fld>
            <a:endParaRPr lang="fr-FR" dirty="0"/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1D03C89B-9C0E-C2BE-11E6-A8151A7F98EF}"/>
              </a:ext>
            </a:extLst>
          </p:cNvPr>
          <p:cNvGrpSpPr/>
          <p:nvPr/>
        </p:nvGrpSpPr>
        <p:grpSpPr>
          <a:xfrm>
            <a:off x="469212" y="2055176"/>
            <a:ext cx="2592125" cy="3546281"/>
            <a:chOff x="1184745" y="1908313"/>
            <a:chExt cx="2592125" cy="3546281"/>
          </a:xfrm>
        </p:grpSpPr>
        <p:grpSp>
          <p:nvGrpSpPr>
            <p:cNvPr id="10" name="Groupe 9">
              <a:extLst>
                <a:ext uri="{FF2B5EF4-FFF2-40B4-BE49-F238E27FC236}">
                  <a16:creationId xmlns:a16="http://schemas.microsoft.com/office/drawing/2014/main" id="{6BDBB071-F575-5BA0-C3F5-63E9333A06EF}"/>
                </a:ext>
              </a:extLst>
            </p:cNvPr>
            <p:cNvGrpSpPr/>
            <p:nvPr/>
          </p:nvGrpSpPr>
          <p:grpSpPr>
            <a:xfrm>
              <a:off x="1184745" y="1908313"/>
              <a:ext cx="2592125" cy="3546281"/>
              <a:chOff x="1184745" y="2313829"/>
              <a:chExt cx="2019631" cy="3140765"/>
            </a:xfrm>
          </p:grpSpPr>
          <p:sp>
            <p:nvSpPr>
              <p:cNvPr id="5" name="Organigramme : Alternative 4">
                <a:extLst>
                  <a:ext uri="{FF2B5EF4-FFF2-40B4-BE49-F238E27FC236}">
                    <a16:creationId xmlns:a16="http://schemas.microsoft.com/office/drawing/2014/main" id="{B3EB5521-7BDF-8DA7-FE1A-32A800778C43}"/>
                  </a:ext>
                </a:extLst>
              </p:cNvPr>
              <p:cNvSpPr/>
              <p:nvPr/>
            </p:nvSpPr>
            <p:spPr>
              <a:xfrm>
                <a:off x="1184745" y="2313829"/>
                <a:ext cx="2019631" cy="3140765"/>
              </a:xfrm>
              <a:prstGeom prst="flowChartAlternateProcess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9" name="Organigramme : Alternative 8">
                <a:extLst>
                  <a:ext uri="{FF2B5EF4-FFF2-40B4-BE49-F238E27FC236}">
                    <a16:creationId xmlns:a16="http://schemas.microsoft.com/office/drawing/2014/main" id="{44FB27B2-CECD-9883-C6FF-4742095D941C}"/>
                  </a:ext>
                </a:extLst>
              </p:cNvPr>
              <p:cNvSpPr/>
              <p:nvPr/>
            </p:nvSpPr>
            <p:spPr>
              <a:xfrm>
                <a:off x="1184745" y="4810538"/>
                <a:ext cx="2019631" cy="644056"/>
              </a:xfrm>
              <a:prstGeom prst="flowChartAlternateProcess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11" name="ZoneTexte 10">
              <a:extLst>
                <a:ext uri="{FF2B5EF4-FFF2-40B4-BE49-F238E27FC236}">
                  <a16:creationId xmlns:a16="http://schemas.microsoft.com/office/drawing/2014/main" id="{F2F03D8F-0C1A-1A6B-5C12-82A4E61793F7}"/>
                </a:ext>
              </a:extLst>
            </p:cNvPr>
            <p:cNvSpPr txBox="1"/>
            <p:nvPr/>
          </p:nvSpPr>
          <p:spPr>
            <a:xfrm>
              <a:off x="1923955" y="4906322"/>
              <a:ext cx="11137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>
                  <a:latin typeface="Avenir Next LT Pro" panose="020B0504020202020204" pitchFamily="34" charset="0"/>
                </a:rPr>
                <a:t>Tests API</a:t>
              </a:r>
            </a:p>
          </p:txBody>
        </p:sp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3FEC1D0A-79A4-5109-0C8B-F0062CE3133B}"/>
                </a:ext>
              </a:extLst>
            </p:cNvPr>
            <p:cNvSpPr txBox="1"/>
            <p:nvPr/>
          </p:nvSpPr>
          <p:spPr>
            <a:xfrm>
              <a:off x="1184745" y="1975650"/>
              <a:ext cx="2592125" cy="26143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200000"/>
                </a:lnSpc>
                <a:buFont typeface="Wingdings" panose="05000000000000000000" pitchFamily="2" charset="2"/>
                <a:buChar char="ü"/>
              </a:pPr>
              <a:r>
                <a:rPr lang="fr-FR" sz="1400" dirty="0">
                  <a:latin typeface="Avenir Next LT Pro" panose="020B0504020202020204" pitchFamily="34" charset="0"/>
                </a:rPr>
                <a:t>Installation </a:t>
              </a:r>
              <a:r>
                <a:rPr lang="fr-FR" sz="1400" dirty="0" err="1">
                  <a:latin typeface="Avenir Next LT Pro" panose="020B0504020202020204" pitchFamily="34" charset="0"/>
                </a:rPr>
                <a:t>Miniconda</a:t>
              </a:r>
              <a:endParaRPr lang="fr-FR" sz="1400" dirty="0">
                <a:latin typeface="Avenir Next LT Pro" panose="020B0504020202020204" pitchFamily="34" charset="0"/>
              </a:endParaRPr>
            </a:p>
            <a:p>
              <a:pPr marL="285750" indent="-285750">
                <a:lnSpc>
                  <a:spcPct val="200000"/>
                </a:lnSpc>
                <a:buFont typeface="Wingdings" panose="05000000000000000000" pitchFamily="2" charset="2"/>
                <a:buChar char="ü"/>
              </a:pPr>
              <a:r>
                <a:rPr lang="fr-FR" sz="1400" dirty="0">
                  <a:latin typeface="Avenir Next LT Pro" panose="020B0504020202020204" pitchFamily="34" charset="0"/>
                </a:rPr>
                <a:t>Installation Conda &amp; dépendances</a:t>
              </a:r>
            </a:p>
            <a:p>
              <a:pPr marL="285750" indent="-285750">
                <a:lnSpc>
                  <a:spcPct val="200000"/>
                </a:lnSpc>
                <a:buFont typeface="Wingdings" panose="05000000000000000000" pitchFamily="2" charset="2"/>
                <a:buChar char="ü"/>
              </a:pPr>
              <a:r>
                <a:rPr lang="fr-FR" sz="1400" dirty="0">
                  <a:latin typeface="Avenir Next LT Pro" panose="020B0504020202020204" pitchFamily="34" charset="0"/>
                </a:rPr>
                <a:t>Installations dépendances python </a:t>
              </a:r>
            </a:p>
            <a:p>
              <a:pPr marL="285750" indent="-285750">
                <a:lnSpc>
                  <a:spcPct val="200000"/>
                </a:lnSpc>
                <a:buFont typeface="Wingdings" panose="05000000000000000000" pitchFamily="2" charset="2"/>
                <a:buChar char="ü"/>
              </a:pPr>
              <a:r>
                <a:rPr lang="fr-FR" sz="1400" dirty="0">
                  <a:latin typeface="Avenir Next LT Pro" panose="020B0504020202020204" pitchFamily="34" charset="0"/>
                </a:rPr>
                <a:t>Tests récupération POI</a:t>
              </a:r>
            </a:p>
          </p:txBody>
        </p:sp>
      </p:grp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6FBDDAF1-CC93-A496-60D6-5FEBC8054BD6}"/>
              </a:ext>
            </a:extLst>
          </p:cNvPr>
          <p:cNvGrpSpPr/>
          <p:nvPr/>
        </p:nvGrpSpPr>
        <p:grpSpPr>
          <a:xfrm>
            <a:off x="4711689" y="2008464"/>
            <a:ext cx="2682436" cy="3546281"/>
            <a:chOff x="1184745" y="1908313"/>
            <a:chExt cx="2682436" cy="3546281"/>
          </a:xfrm>
        </p:grpSpPr>
        <p:grpSp>
          <p:nvGrpSpPr>
            <p:cNvPr id="15" name="Groupe 14">
              <a:extLst>
                <a:ext uri="{FF2B5EF4-FFF2-40B4-BE49-F238E27FC236}">
                  <a16:creationId xmlns:a16="http://schemas.microsoft.com/office/drawing/2014/main" id="{A906B1BE-41EE-0F6E-6E4B-A993E1EFC29C}"/>
                </a:ext>
              </a:extLst>
            </p:cNvPr>
            <p:cNvGrpSpPr/>
            <p:nvPr/>
          </p:nvGrpSpPr>
          <p:grpSpPr>
            <a:xfrm>
              <a:off x="1184745" y="1908313"/>
              <a:ext cx="2592125" cy="3546281"/>
              <a:chOff x="1184745" y="2313829"/>
              <a:chExt cx="2019631" cy="3140765"/>
            </a:xfrm>
          </p:grpSpPr>
          <p:sp>
            <p:nvSpPr>
              <p:cNvPr id="18" name="Organigramme : Alternative 17">
                <a:extLst>
                  <a:ext uri="{FF2B5EF4-FFF2-40B4-BE49-F238E27FC236}">
                    <a16:creationId xmlns:a16="http://schemas.microsoft.com/office/drawing/2014/main" id="{83985452-A1EB-0EA4-AE2F-2D74F3E4E0FC}"/>
                  </a:ext>
                </a:extLst>
              </p:cNvPr>
              <p:cNvSpPr/>
              <p:nvPr/>
            </p:nvSpPr>
            <p:spPr>
              <a:xfrm>
                <a:off x="1184745" y="2313829"/>
                <a:ext cx="2019631" cy="3140765"/>
              </a:xfrm>
              <a:prstGeom prst="flowChartAlternateProcess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9" name="Organigramme : Alternative 18">
                <a:extLst>
                  <a:ext uri="{FF2B5EF4-FFF2-40B4-BE49-F238E27FC236}">
                    <a16:creationId xmlns:a16="http://schemas.microsoft.com/office/drawing/2014/main" id="{507E0CF1-48DA-5E42-906D-744154C7F1E5}"/>
                  </a:ext>
                </a:extLst>
              </p:cNvPr>
              <p:cNvSpPr/>
              <p:nvPr/>
            </p:nvSpPr>
            <p:spPr>
              <a:xfrm>
                <a:off x="1184745" y="4810538"/>
                <a:ext cx="2019631" cy="644056"/>
              </a:xfrm>
              <a:prstGeom prst="flowChartAlternateProcess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16" name="ZoneTexte 15">
              <a:extLst>
                <a:ext uri="{FF2B5EF4-FFF2-40B4-BE49-F238E27FC236}">
                  <a16:creationId xmlns:a16="http://schemas.microsoft.com/office/drawing/2014/main" id="{02E6BB4C-86E2-92AA-82F0-23AE1B528EF2}"/>
                </a:ext>
              </a:extLst>
            </p:cNvPr>
            <p:cNvSpPr txBox="1"/>
            <p:nvPr/>
          </p:nvSpPr>
          <p:spPr>
            <a:xfrm>
              <a:off x="1825403" y="4906322"/>
              <a:ext cx="13108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>
                  <a:latin typeface="Avenir Next LT Pro" panose="020B0504020202020204" pitchFamily="34" charset="0"/>
                </a:rPr>
                <a:t>Tests Front</a:t>
              </a:r>
            </a:p>
          </p:txBody>
        </p:sp>
        <p:sp>
          <p:nvSpPr>
            <p:cNvPr id="17" name="ZoneTexte 16">
              <a:extLst>
                <a:ext uri="{FF2B5EF4-FFF2-40B4-BE49-F238E27FC236}">
                  <a16:creationId xmlns:a16="http://schemas.microsoft.com/office/drawing/2014/main" id="{78DFB08A-95E0-2CF2-C98A-FDD3730D1B95}"/>
                </a:ext>
              </a:extLst>
            </p:cNvPr>
            <p:cNvSpPr txBox="1"/>
            <p:nvPr/>
          </p:nvSpPr>
          <p:spPr>
            <a:xfrm>
              <a:off x="1275056" y="2012973"/>
              <a:ext cx="2592125" cy="13217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200000"/>
                </a:lnSpc>
                <a:buFont typeface="Wingdings" panose="05000000000000000000" pitchFamily="2" charset="2"/>
                <a:buChar char="ü"/>
              </a:pPr>
              <a:r>
                <a:rPr lang="fr-FR" sz="1400" dirty="0">
                  <a:latin typeface="Avenir Next LT Pro" panose="020B0504020202020204" pitchFamily="34" charset="0"/>
                </a:rPr>
                <a:t>Setup Node</a:t>
              </a:r>
            </a:p>
            <a:p>
              <a:pPr marL="285750" indent="-285750">
                <a:lnSpc>
                  <a:spcPct val="200000"/>
                </a:lnSpc>
                <a:buFont typeface="Wingdings" panose="05000000000000000000" pitchFamily="2" charset="2"/>
                <a:buChar char="ü"/>
              </a:pPr>
              <a:r>
                <a:rPr lang="fr-FR" sz="1400" dirty="0">
                  <a:latin typeface="Avenir Next LT Pro" panose="020B0504020202020204" pitchFamily="34" charset="0"/>
                </a:rPr>
                <a:t>Installation dépendances</a:t>
              </a:r>
            </a:p>
            <a:p>
              <a:pPr marL="285750" indent="-285750">
                <a:lnSpc>
                  <a:spcPct val="200000"/>
                </a:lnSpc>
                <a:buFont typeface="Wingdings" panose="05000000000000000000" pitchFamily="2" charset="2"/>
                <a:buChar char="ü"/>
              </a:pPr>
              <a:r>
                <a:rPr lang="fr-FR" sz="1400" dirty="0">
                  <a:latin typeface="Avenir Next LT Pro" panose="020B0504020202020204" pitchFamily="34" charset="0"/>
                </a:rPr>
                <a:t>Santé App</a:t>
              </a:r>
            </a:p>
          </p:txBody>
        </p:sp>
      </p:grpSp>
      <p:sp>
        <p:nvSpPr>
          <p:cNvPr id="32" name="Flèche : droite 31">
            <a:extLst>
              <a:ext uri="{FF2B5EF4-FFF2-40B4-BE49-F238E27FC236}">
                <a16:creationId xmlns:a16="http://schemas.microsoft.com/office/drawing/2014/main" id="{1756FB2B-DAF1-B944-AB63-76FE903DF1C9}"/>
              </a:ext>
            </a:extLst>
          </p:cNvPr>
          <p:cNvSpPr/>
          <p:nvPr/>
        </p:nvSpPr>
        <p:spPr>
          <a:xfrm>
            <a:off x="3449191" y="3273322"/>
            <a:ext cx="874644" cy="553917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Flèche : droite 33">
            <a:extLst>
              <a:ext uri="{FF2B5EF4-FFF2-40B4-BE49-F238E27FC236}">
                <a16:creationId xmlns:a16="http://schemas.microsoft.com/office/drawing/2014/main" id="{BD4787F5-2A3B-0845-8854-5D6775D23B7E}"/>
              </a:ext>
            </a:extLst>
          </p:cNvPr>
          <p:cNvSpPr/>
          <p:nvPr/>
        </p:nvSpPr>
        <p:spPr>
          <a:xfrm>
            <a:off x="7781979" y="3273322"/>
            <a:ext cx="874644" cy="553917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36" name="Groupe 35">
            <a:extLst>
              <a:ext uri="{FF2B5EF4-FFF2-40B4-BE49-F238E27FC236}">
                <a16:creationId xmlns:a16="http://schemas.microsoft.com/office/drawing/2014/main" id="{6274A0B3-1DA8-0249-9837-222B94225670}"/>
              </a:ext>
            </a:extLst>
          </p:cNvPr>
          <p:cNvGrpSpPr/>
          <p:nvPr/>
        </p:nvGrpSpPr>
        <p:grpSpPr>
          <a:xfrm>
            <a:off x="9044476" y="2039770"/>
            <a:ext cx="2931757" cy="3798993"/>
            <a:chOff x="8644898" y="2008463"/>
            <a:chExt cx="2931757" cy="3798993"/>
          </a:xfrm>
        </p:grpSpPr>
        <p:grpSp>
          <p:nvGrpSpPr>
            <p:cNvPr id="20" name="Groupe 19">
              <a:extLst>
                <a:ext uri="{FF2B5EF4-FFF2-40B4-BE49-F238E27FC236}">
                  <a16:creationId xmlns:a16="http://schemas.microsoft.com/office/drawing/2014/main" id="{AF767B58-3CC5-4AA3-F257-B5FF39D1DF70}"/>
                </a:ext>
              </a:extLst>
            </p:cNvPr>
            <p:cNvGrpSpPr/>
            <p:nvPr/>
          </p:nvGrpSpPr>
          <p:grpSpPr>
            <a:xfrm>
              <a:off x="8644898" y="2008463"/>
              <a:ext cx="2592125" cy="3546281"/>
              <a:chOff x="1184745" y="1908314"/>
              <a:chExt cx="2592125" cy="3546281"/>
            </a:xfrm>
          </p:grpSpPr>
          <p:grpSp>
            <p:nvGrpSpPr>
              <p:cNvPr id="21" name="Groupe 20">
                <a:extLst>
                  <a:ext uri="{FF2B5EF4-FFF2-40B4-BE49-F238E27FC236}">
                    <a16:creationId xmlns:a16="http://schemas.microsoft.com/office/drawing/2014/main" id="{2833BC95-0228-6ECA-84CA-2C7000C11DC0}"/>
                  </a:ext>
                </a:extLst>
              </p:cNvPr>
              <p:cNvGrpSpPr/>
              <p:nvPr/>
            </p:nvGrpSpPr>
            <p:grpSpPr>
              <a:xfrm>
                <a:off x="1184745" y="1908314"/>
                <a:ext cx="2592125" cy="3546281"/>
                <a:chOff x="1184745" y="2313830"/>
                <a:chExt cx="2019631" cy="3140765"/>
              </a:xfrm>
            </p:grpSpPr>
            <p:sp>
              <p:nvSpPr>
                <p:cNvPr id="24" name="Organigramme : Alternative 23">
                  <a:extLst>
                    <a:ext uri="{FF2B5EF4-FFF2-40B4-BE49-F238E27FC236}">
                      <a16:creationId xmlns:a16="http://schemas.microsoft.com/office/drawing/2014/main" id="{633B19C2-F886-67E7-B68A-E7AC06DC0B4B}"/>
                    </a:ext>
                  </a:extLst>
                </p:cNvPr>
                <p:cNvSpPr/>
                <p:nvPr/>
              </p:nvSpPr>
              <p:spPr>
                <a:xfrm>
                  <a:off x="1184745" y="2313830"/>
                  <a:ext cx="2019631" cy="3140765"/>
                </a:xfrm>
                <a:prstGeom prst="flowChartAlternateProcess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5" name="Organigramme : Alternative 24">
                  <a:extLst>
                    <a:ext uri="{FF2B5EF4-FFF2-40B4-BE49-F238E27FC236}">
                      <a16:creationId xmlns:a16="http://schemas.microsoft.com/office/drawing/2014/main" id="{A212CBFE-9DD4-8E66-6D19-7B01DBA0A99E}"/>
                    </a:ext>
                  </a:extLst>
                </p:cNvPr>
                <p:cNvSpPr/>
                <p:nvPr/>
              </p:nvSpPr>
              <p:spPr>
                <a:xfrm>
                  <a:off x="1184745" y="4810538"/>
                  <a:ext cx="2019631" cy="644056"/>
                </a:xfrm>
                <a:prstGeom prst="flowChartAlternateProcess">
                  <a:avLst/>
                </a:prstGeom>
              </p:spPr>
              <p:style>
                <a:lnRef idx="2">
                  <a:schemeClr val="accent3">
                    <a:shade val="15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sp>
            <p:nvSpPr>
              <p:cNvPr id="22" name="ZoneTexte 21">
                <a:extLst>
                  <a:ext uri="{FF2B5EF4-FFF2-40B4-BE49-F238E27FC236}">
                    <a16:creationId xmlns:a16="http://schemas.microsoft.com/office/drawing/2014/main" id="{E4407528-37F8-64F6-9C58-FEEB3771588C}"/>
                  </a:ext>
                </a:extLst>
              </p:cNvPr>
              <p:cNvSpPr txBox="1"/>
              <p:nvPr/>
            </p:nvSpPr>
            <p:spPr>
              <a:xfrm>
                <a:off x="1379893" y="4768589"/>
                <a:ext cx="2299925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dirty="0">
                    <a:latin typeface="Avenir Next LT Pro" panose="020B0504020202020204" pitchFamily="34" charset="0"/>
                  </a:rPr>
                  <a:t>Tests Image Docker </a:t>
                </a:r>
              </a:p>
              <a:p>
                <a:r>
                  <a:rPr lang="fr-FR" dirty="0">
                    <a:latin typeface="Avenir Next LT Pro" panose="020B0504020202020204" pitchFamily="34" charset="0"/>
                  </a:rPr>
                  <a:t>(Model, API &amp; Front)</a:t>
                </a:r>
              </a:p>
            </p:txBody>
          </p:sp>
          <p:sp>
            <p:nvSpPr>
              <p:cNvPr id="23" name="ZoneTexte 22">
                <a:extLst>
                  <a:ext uri="{FF2B5EF4-FFF2-40B4-BE49-F238E27FC236}">
                    <a16:creationId xmlns:a16="http://schemas.microsoft.com/office/drawing/2014/main" id="{B856DC6C-42B7-3604-BC96-368A3520C8F7}"/>
                  </a:ext>
                </a:extLst>
              </p:cNvPr>
              <p:cNvSpPr txBox="1"/>
              <p:nvPr/>
            </p:nvSpPr>
            <p:spPr>
              <a:xfrm>
                <a:off x="1184745" y="1975650"/>
                <a:ext cx="2592125" cy="8908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200000"/>
                  </a:lnSpc>
                  <a:buFont typeface="Wingdings" panose="05000000000000000000" pitchFamily="2" charset="2"/>
                  <a:buChar char="ü"/>
                </a:pPr>
                <a:r>
                  <a:rPr lang="fr-FR" sz="1400" dirty="0">
                    <a:latin typeface="Avenir Next LT Pro" panose="020B0504020202020204" pitchFamily="34" charset="0"/>
                  </a:rPr>
                  <a:t>Setup Docker </a:t>
                </a:r>
                <a:r>
                  <a:rPr lang="fr-FR" sz="1400" dirty="0" err="1">
                    <a:latin typeface="Avenir Next LT Pro" panose="020B0504020202020204" pitchFamily="34" charset="0"/>
                  </a:rPr>
                  <a:t>Build</a:t>
                </a:r>
                <a:endParaRPr lang="fr-FR" sz="1400" dirty="0">
                  <a:latin typeface="Avenir Next LT Pro" panose="020B0504020202020204" pitchFamily="34" charset="0"/>
                </a:endParaRPr>
              </a:p>
              <a:p>
                <a:pPr marL="285750" indent="-285750">
                  <a:lnSpc>
                    <a:spcPct val="200000"/>
                  </a:lnSpc>
                  <a:buFont typeface="Wingdings" panose="05000000000000000000" pitchFamily="2" charset="2"/>
                  <a:buChar char="ü"/>
                </a:pPr>
                <a:r>
                  <a:rPr lang="fr-FR" sz="1400" dirty="0">
                    <a:latin typeface="Avenir Next LT Pro" panose="020B0504020202020204" pitchFamily="34" charset="0"/>
                  </a:rPr>
                  <a:t>Construction Image</a:t>
                </a:r>
              </a:p>
            </p:txBody>
          </p:sp>
        </p:grpSp>
        <p:sp>
          <p:nvSpPr>
            <p:cNvPr id="35" name="ZoneTexte 34">
              <a:extLst>
                <a:ext uri="{FF2B5EF4-FFF2-40B4-BE49-F238E27FC236}">
                  <a16:creationId xmlns:a16="http://schemas.microsoft.com/office/drawing/2014/main" id="{C3F6D91E-73E8-36FD-DF3F-2AAD89B2857F}"/>
                </a:ext>
              </a:extLst>
            </p:cNvPr>
            <p:cNvSpPr txBox="1"/>
            <p:nvPr/>
          </p:nvSpPr>
          <p:spPr>
            <a:xfrm>
              <a:off x="10994444" y="5222681"/>
              <a:ext cx="58221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3200" b="1" dirty="0">
                  <a:solidFill>
                    <a:srgbClr val="202C8F"/>
                  </a:solidFill>
                  <a:latin typeface="Avenir Next LT Pro" panose="020B0504020202020204" pitchFamily="34" charset="0"/>
                </a:rPr>
                <a:t>x3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598540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8F34E60-AACE-4EA4-2181-221171589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979" y="20673"/>
            <a:ext cx="10671048" cy="1362057"/>
          </a:xfrm>
        </p:spPr>
        <p:txBody>
          <a:bodyPr/>
          <a:lstStyle/>
          <a:p>
            <a:r>
              <a:rPr lang="fr-FR" dirty="0"/>
              <a:t>Monitoring </a:t>
            </a:r>
            <a:r>
              <a:rPr lang="fr-FR" dirty="0" err="1"/>
              <a:t>Grafana</a:t>
            </a:r>
            <a:endParaRPr lang="fr-FR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1F5D24E-633C-7DC9-C000-94C096938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8F63A3B-78C7-47BE-AE5E-E10140E04643}" type="slidenum">
              <a:rPr lang="fr-FR" smtClean="0"/>
              <a:pPr rtl="0"/>
              <a:t>5</a:t>
            </a:fld>
            <a:endParaRPr lang="fr-FR" dirty="0"/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35520F45-87E7-1F36-3BAB-946F4C131B8F}"/>
              </a:ext>
            </a:extLst>
          </p:cNvPr>
          <p:cNvGrpSpPr/>
          <p:nvPr/>
        </p:nvGrpSpPr>
        <p:grpSpPr>
          <a:xfrm>
            <a:off x="469212" y="2055176"/>
            <a:ext cx="2806725" cy="3546281"/>
            <a:chOff x="1184745" y="1908313"/>
            <a:chExt cx="2592125" cy="3546281"/>
          </a:xfrm>
        </p:grpSpPr>
        <p:grpSp>
          <p:nvGrpSpPr>
            <p:cNvPr id="5" name="Groupe 4">
              <a:extLst>
                <a:ext uri="{FF2B5EF4-FFF2-40B4-BE49-F238E27FC236}">
                  <a16:creationId xmlns:a16="http://schemas.microsoft.com/office/drawing/2014/main" id="{63CD4781-8AA1-A3E4-834A-5FE2E693DC09}"/>
                </a:ext>
              </a:extLst>
            </p:cNvPr>
            <p:cNvGrpSpPr/>
            <p:nvPr/>
          </p:nvGrpSpPr>
          <p:grpSpPr>
            <a:xfrm>
              <a:off x="1184745" y="1908313"/>
              <a:ext cx="2592125" cy="3546281"/>
              <a:chOff x="1184745" y="2313829"/>
              <a:chExt cx="2019631" cy="3140765"/>
            </a:xfrm>
          </p:grpSpPr>
          <p:sp>
            <p:nvSpPr>
              <p:cNvPr id="8" name="Organigramme : Alternative 7">
                <a:extLst>
                  <a:ext uri="{FF2B5EF4-FFF2-40B4-BE49-F238E27FC236}">
                    <a16:creationId xmlns:a16="http://schemas.microsoft.com/office/drawing/2014/main" id="{09FC0691-16F3-E5A0-35A7-0CC2D51E8124}"/>
                  </a:ext>
                </a:extLst>
              </p:cNvPr>
              <p:cNvSpPr/>
              <p:nvPr/>
            </p:nvSpPr>
            <p:spPr>
              <a:xfrm>
                <a:off x="1184745" y="2313829"/>
                <a:ext cx="2019631" cy="3140765"/>
              </a:xfrm>
              <a:prstGeom prst="flowChartAlternateProcess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9" name="Organigramme : Alternative 8">
                <a:extLst>
                  <a:ext uri="{FF2B5EF4-FFF2-40B4-BE49-F238E27FC236}">
                    <a16:creationId xmlns:a16="http://schemas.microsoft.com/office/drawing/2014/main" id="{5433BE4C-8CD7-A1DF-221B-FEF2B9BA7E62}"/>
                  </a:ext>
                </a:extLst>
              </p:cNvPr>
              <p:cNvSpPr/>
              <p:nvPr/>
            </p:nvSpPr>
            <p:spPr>
              <a:xfrm>
                <a:off x="1184745" y="4810538"/>
                <a:ext cx="2019631" cy="644056"/>
              </a:xfrm>
              <a:prstGeom prst="flowChartAlternateProcess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6" name="ZoneTexte 5">
              <a:extLst>
                <a:ext uri="{FF2B5EF4-FFF2-40B4-BE49-F238E27FC236}">
                  <a16:creationId xmlns:a16="http://schemas.microsoft.com/office/drawing/2014/main" id="{11DB1184-60BD-AEA5-FE83-BFBA462366C2}"/>
                </a:ext>
              </a:extLst>
            </p:cNvPr>
            <p:cNvSpPr txBox="1"/>
            <p:nvPr/>
          </p:nvSpPr>
          <p:spPr>
            <a:xfrm>
              <a:off x="2136802" y="4906322"/>
              <a:ext cx="68800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>
                  <a:latin typeface="Avenir Next LT Pro" panose="020B0504020202020204" pitchFamily="34" charset="0"/>
                </a:rPr>
                <a:t>Back</a:t>
              </a:r>
            </a:p>
          </p:txBody>
        </p:sp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4CBCE852-9A9E-092F-8929-DC60C5F2DC86}"/>
                </a:ext>
              </a:extLst>
            </p:cNvPr>
            <p:cNvSpPr txBox="1"/>
            <p:nvPr/>
          </p:nvSpPr>
          <p:spPr>
            <a:xfrm>
              <a:off x="1184745" y="1975650"/>
              <a:ext cx="2592125" cy="17525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fr-FR" sz="1400" dirty="0">
                  <a:latin typeface="Avenir Next LT Pro" panose="020B0504020202020204" pitchFamily="34" charset="0"/>
                </a:rPr>
                <a:t>Nombre de requêtes actives</a:t>
              </a:r>
            </a:p>
            <a:p>
              <a:pPr marL="285750" indent="-28575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fr-FR" sz="1400" dirty="0">
                  <a:latin typeface="Avenir Next LT Pro" panose="020B0504020202020204" pitchFamily="34" charset="0"/>
                </a:rPr>
                <a:t>Nombre total de requêtes</a:t>
              </a:r>
            </a:p>
            <a:p>
              <a:pPr marL="285750" indent="-28575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fr-FR" sz="1400" dirty="0">
                  <a:latin typeface="Avenir Next LT Pro" panose="020B0504020202020204" pitchFamily="34" charset="0"/>
                </a:rPr>
                <a:t>Latence des requêtes</a:t>
              </a:r>
            </a:p>
          </p:txBody>
        </p:sp>
      </p:grp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E16BE679-2818-6DE4-828F-D699BE072E5E}"/>
              </a:ext>
            </a:extLst>
          </p:cNvPr>
          <p:cNvGrpSpPr/>
          <p:nvPr/>
        </p:nvGrpSpPr>
        <p:grpSpPr>
          <a:xfrm>
            <a:off x="4568047" y="2055176"/>
            <a:ext cx="2973744" cy="3546281"/>
            <a:chOff x="1184745" y="1908313"/>
            <a:chExt cx="2592125" cy="3546281"/>
          </a:xfrm>
        </p:grpSpPr>
        <p:grpSp>
          <p:nvGrpSpPr>
            <p:cNvPr id="15" name="Groupe 14">
              <a:extLst>
                <a:ext uri="{FF2B5EF4-FFF2-40B4-BE49-F238E27FC236}">
                  <a16:creationId xmlns:a16="http://schemas.microsoft.com/office/drawing/2014/main" id="{306624BA-FA1C-9447-1A0F-62C6F6E3DF2F}"/>
                </a:ext>
              </a:extLst>
            </p:cNvPr>
            <p:cNvGrpSpPr/>
            <p:nvPr/>
          </p:nvGrpSpPr>
          <p:grpSpPr>
            <a:xfrm>
              <a:off x="1184745" y="1908313"/>
              <a:ext cx="2592125" cy="3546281"/>
              <a:chOff x="1184745" y="2313829"/>
              <a:chExt cx="2019631" cy="3140765"/>
            </a:xfrm>
          </p:grpSpPr>
          <p:sp>
            <p:nvSpPr>
              <p:cNvPr id="18" name="Organigramme : Alternative 17">
                <a:extLst>
                  <a:ext uri="{FF2B5EF4-FFF2-40B4-BE49-F238E27FC236}">
                    <a16:creationId xmlns:a16="http://schemas.microsoft.com/office/drawing/2014/main" id="{94E37E51-E896-5CFD-F5F2-282F5D2F84A2}"/>
                  </a:ext>
                </a:extLst>
              </p:cNvPr>
              <p:cNvSpPr/>
              <p:nvPr/>
            </p:nvSpPr>
            <p:spPr>
              <a:xfrm>
                <a:off x="1184745" y="2313829"/>
                <a:ext cx="2019631" cy="3140765"/>
              </a:xfrm>
              <a:prstGeom prst="flowChartAlternateProcess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9" name="Organigramme : Alternative 18">
                <a:extLst>
                  <a:ext uri="{FF2B5EF4-FFF2-40B4-BE49-F238E27FC236}">
                    <a16:creationId xmlns:a16="http://schemas.microsoft.com/office/drawing/2014/main" id="{8B57F362-D7ED-23F1-71A7-B8F2F9977819}"/>
                  </a:ext>
                </a:extLst>
              </p:cNvPr>
              <p:cNvSpPr/>
              <p:nvPr/>
            </p:nvSpPr>
            <p:spPr>
              <a:xfrm>
                <a:off x="1184745" y="4810538"/>
                <a:ext cx="2019631" cy="644056"/>
              </a:xfrm>
              <a:prstGeom prst="flowChartAlternateProcess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16" name="ZoneTexte 15">
              <a:extLst>
                <a:ext uri="{FF2B5EF4-FFF2-40B4-BE49-F238E27FC236}">
                  <a16:creationId xmlns:a16="http://schemas.microsoft.com/office/drawing/2014/main" id="{9C2665D0-34B7-61AE-9AFF-C4354A092A6F}"/>
                </a:ext>
              </a:extLst>
            </p:cNvPr>
            <p:cNvSpPr txBox="1"/>
            <p:nvPr/>
          </p:nvSpPr>
          <p:spPr>
            <a:xfrm>
              <a:off x="1620050" y="4909877"/>
              <a:ext cx="20072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>
                  <a:latin typeface="Avenir Next LT Pro" panose="020B0504020202020204" pitchFamily="34" charset="0"/>
                </a:rPr>
                <a:t>Base de données</a:t>
              </a:r>
            </a:p>
          </p:txBody>
        </p:sp>
        <p:sp>
          <p:nvSpPr>
            <p:cNvPr id="17" name="ZoneTexte 16">
              <a:extLst>
                <a:ext uri="{FF2B5EF4-FFF2-40B4-BE49-F238E27FC236}">
                  <a16:creationId xmlns:a16="http://schemas.microsoft.com/office/drawing/2014/main" id="{1622BE74-4AF3-6076-3501-277DC8AA9AAE}"/>
                </a:ext>
              </a:extLst>
            </p:cNvPr>
            <p:cNvSpPr txBox="1"/>
            <p:nvPr/>
          </p:nvSpPr>
          <p:spPr>
            <a:xfrm>
              <a:off x="1184745" y="1975650"/>
              <a:ext cx="2592125" cy="26143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fr-FR" sz="1400" dirty="0">
                  <a:latin typeface="Avenir Next LT Pro" panose="020B0504020202020204" pitchFamily="34" charset="0"/>
                </a:rPr>
                <a:t>Nombre de catégories &amp; POI</a:t>
              </a:r>
            </a:p>
            <a:p>
              <a:pPr marL="285750" indent="-28575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fr-FR" sz="1400" dirty="0">
                  <a:latin typeface="Avenir Next LT Pro" panose="020B0504020202020204" pitchFamily="34" charset="0"/>
                </a:rPr>
                <a:t>Catégories &amp; POI les mieux notés</a:t>
              </a:r>
            </a:p>
            <a:p>
              <a:pPr marL="285750" indent="-28575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fr-FR" sz="1400" dirty="0">
                  <a:latin typeface="Avenir Next LT Pro" panose="020B0504020202020204" pitchFamily="34" charset="0"/>
                </a:rPr>
                <a:t>Nombre de POI par catégorie</a:t>
              </a:r>
            </a:p>
          </p:txBody>
        </p:sp>
      </p:grp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2AA3B317-D4F2-0C81-E069-BD2441B0983C}"/>
              </a:ext>
            </a:extLst>
          </p:cNvPr>
          <p:cNvGrpSpPr/>
          <p:nvPr/>
        </p:nvGrpSpPr>
        <p:grpSpPr>
          <a:xfrm>
            <a:off x="8833902" y="2055176"/>
            <a:ext cx="2592125" cy="3546281"/>
            <a:chOff x="1184745" y="1908313"/>
            <a:chExt cx="2592125" cy="3546281"/>
          </a:xfrm>
        </p:grpSpPr>
        <p:grpSp>
          <p:nvGrpSpPr>
            <p:cNvPr id="21" name="Groupe 20">
              <a:extLst>
                <a:ext uri="{FF2B5EF4-FFF2-40B4-BE49-F238E27FC236}">
                  <a16:creationId xmlns:a16="http://schemas.microsoft.com/office/drawing/2014/main" id="{9508EBC4-D04D-2953-C348-A3C99E834D24}"/>
                </a:ext>
              </a:extLst>
            </p:cNvPr>
            <p:cNvGrpSpPr/>
            <p:nvPr/>
          </p:nvGrpSpPr>
          <p:grpSpPr>
            <a:xfrm>
              <a:off x="1184745" y="1908313"/>
              <a:ext cx="2592125" cy="3546281"/>
              <a:chOff x="1184745" y="2313829"/>
              <a:chExt cx="2019631" cy="3140765"/>
            </a:xfrm>
          </p:grpSpPr>
          <p:sp>
            <p:nvSpPr>
              <p:cNvPr id="24" name="Organigramme : Alternative 23">
                <a:extLst>
                  <a:ext uri="{FF2B5EF4-FFF2-40B4-BE49-F238E27FC236}">
                    <a16:creationId xmlns:a16="http://schemas.microsoft.com/office/drawing/2014/main" id="{6C52D2C3-FA53-CE23-7A13-C1BD4BD57B41}"/>
                  </a:ext>
                </a:extLst>
              </p:cNvPr>
              <p:cNvSpPr/>
              <p:nvPr/>
            </p:nvSpPr>
            <p:spPr>
              <a:xfrm>
                <a:off x="1184745" y="2313829"/>
                <a:ext cx="2019631" cy="3140765"/>
              </a:xfrm>
              <a:prstGeom prst="flowChartAlternateProcess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5" name="Organigramme : Alternative 24">
                <a:extLst>
                  <a:ext uri="{FF2B5EF4-FFF2-40B4-BE49-F238E27FC236}">
                    <a16:creationId xmlns:a16="http://schemas.microsoft.com/office/drawing/2014/main" id="{BCC6EF01-D26D-0D84-7382-B89A4BF4C351}"/>
                  </a:ext>
                </a:extLst>
              </p:cNvPr>
              <p:cNvSpPr/>
              <p:nvPr/>
            </p:nvSpPr>
            <p:spPr>
              <a:xfrm>
                <a:off x="1184745" y="4810538"/>
                <a:ext cx="2019631" cy="644056"/>
              </a:xfrm>
              <a:prstGeom prst="flowChartAlternateProcess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22" name="ZoneTexte 21">
              <a:extLst>
                <a:ext uri="{FF2B5EF4-FFF2-40B4-BE49-F238E27FC236}">
                  <a16:creationId xmlns:a16="http://schemas.microsoft.com/office/drawing/2014/main" id="{4DEDE80F-0CE4-4C84-C54D-FA70F76426AF}"/>
                </a:ext>
              </a:extLst>
            </p:cNvPr>
            <p:cNvSpPr txBox="1"/>
            <p:nvPr/>
          </p:nvSpPr>
          <p:spPr>
            <a:xfrm>
              <a:off x="2009043" y="4913143"/>
              <a:ext cx="9435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>
                  <a:latin typeface="Avenir Next LT Pro" panose="020B0504020202020204" pitchFamily="34" charset="0"/>
                </a:rPr>
                <a:t>Docker</a:t>
              </a:r>
            </a:p>
          </p:txBody>
        </p:sp>
        <p:sp>
          <p:nvSpPr>
            <p:cNvPr id="23" name="ZoneTexte 22">
              <a:extLst>
                <a:ext uri="{FF2B5EF4-FFF2-40B4-BE49-F238E27FC236}">
                  <a16:creationId xmlns:a16="http://schemas.microsoft.com/office/drawing/2014/main" id="{1F92CF55-791B-854A-7C17-BD1E6C08235A}"/>
                </a:ext>
              </a:extLst>
            </p:cNvPr>
            <p:cNvSpPr txBox="1"/>
            <p:nvPr/>
          </p:nvSpPr>
          <p:spPr>
            <a:xfrm>
              <a:off x="1184745" y="1975650"/>
              <a:ext cx="2592125" cy="13217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fr-FR" sz="1400" dirty="0">
                  <a:latin typeface="Avenir Next LT Pro" panose="020B0504020202020204" pitchFamily="34" charset="0"/>
                </a:rPr>
                <a:t>Nombre d’alertes</a:t>
              </a:r>
            </a:p>
            <a:p>
              <a:pPr marL="285750" indent="-28575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fr-FR" sz="1400" dirty="0">
                  <a:latin typeface="Avenir Next LT Pro" panose="020B0504020202020204" pitchFamily="34" charset="0"/>
                </a:rPr>
                <a:t>Usage mémoire</a:t>
              </a:r>
            </a:p>
            <a:p>
              <a:pPr marL="285750" indent="-28575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fr-FR" sz="1400" dirty="0">
                  <a:latin typeface="Avenir Next LT Pro" panose="020B0504020202020204" pitchFamily="34" charset="0"/>
                </a:rPr>
                <a:t>Performance container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669398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928" y="2737534"/>
            <a:ext cx="6647289" cy="1382931"/>
          </a:xfrm>
        </p:spPr>
        <p:txBody>
          <a:bodyPr rtlCol="0"/>
          <a:lstStyle>
            <a:defPPr>
              <a:defRPr lang="fr-FR"/>
            </a:defPPr>
          </a:lstStyle>
          <a:p>
            <a:pPr algn="ctr" rtl="0"/>
            <a:r>
              <a:rPr lang="fr-FR" sz="6600" dirty="0"/>
              <a:t>Questions 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nalisé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893085_TF78438558_Win32" id="{3A360CBA-99A0-49ED-B63F-2D1627BB2518}" vid="{56FFFEFC-6F1D-4078-81C7-9B5A182BBA3B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{FB71E164-428B-4458-B11E-D9940A6353EC}TF8a9b5915-b8c7-461e-8cdd-693d48b5e32310e906f8_win32-220c37ecc522</Template>
  <TotalTime>0</TotalTime>
  <Words>128</Words>
  <Application>Microsoft Office PowerPoint</Application>
  <PresentationFormat>Grand écran</PresentationFormat>
  <Paragraphs>51</Paragraphs>
  <Slides>6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3" baseType="lpstr">
      <vt:lpstr>Arial</vt:lpstr>
      <vt:lpstr>Arial Black</vt:lpstr>
      <vt:lpstr>Avenir Next LT Pro</vt:lpstr>
      <vt:lpstr>Calibri</vt:lpstr>
      <vt:lpstr>Sabon Next LT</vt:lpstr>
      <vt:lpstr>Wingdings</vt:lpstr>
      <vt:lpstr>Personnalisé</vt:lpstr>
      <vt:lpstr>Présentation  Dora</vt:lpstr>
      <vt:lpstr>Agenda</vt:lpstr>
      <vt:lpstr>Présentation PowerPoint</vt:lpstr>
      <vt:lpstr>CI/CD: Github actions</vt:lpstr>
      <vt:lpstr>Monitoring Grafana</vt:lpstr>
      <vt:lpstr>Questions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Luke Lo Seen</dc:creator>
  <cp:lastModifiedBy>Luke Lo Seen</cp:lastModifiedBy>
  <cp:revision>1</cp:revision>
  <dcterms:created xsi:type="dcterms:W3CDTF">2026-07-14T13:38:39Z</dcterms:created>
  <dcterms:modified xsi:type="dcterms:W3CDTF">2026-07-17T18:46:03Z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